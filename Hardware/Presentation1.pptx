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2331"/>
    <a:srgbClr val="4D1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085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735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5268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6396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14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454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792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6169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368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8808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6062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8BC94-BDE2-46D8-8BA2-F949CE3F8BCC}" type="datetimeFigureOut">
              <a:rPr lang="en-AU" smtClean="0"/>
              <a:t>25/01/2026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D31C3-8C74-4348-B230-305DEBEACE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5657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reeform 98"/>
          <p:cNvSpPr/>
          <p:nvPr/>
        </p:nvSpPr>
        <p:spPr>
          <a:xfrm flipH="1">
            <a:off x="8671560" y="1393205"/>
            <a:ext cx="411479" cy="1375226"/>
          </a:xfrm>
          <a:custGeom>
            <a:avLst/>
            <a:gdLst>
              <a:gd name="connsiteX0" fmla="*/ 411067 w 411479"/>
              <a:gd name="connsiteY0" fmla="*/ 0 h 1375226"/>
              <a:gd name="connsiteX1" fmla="*/ 355281 w 411479"/>
              <a:gd name="connsiteY1" fmla="*/ 0 h 1375226"/>
              <a:gd name="connsiteX2" fmla="*/ 0 w 411479"/>
              <a:gd name="connsiteY2" fmla="*/ 687614 h 1375226"/>
              <a:gd name="connsiteX3" fmla="*/ 355281 w 411479"/>
              <a:gd name="connsiteY3" fmla="*/ 1375226 h 1375226"/>
              <a:gd name="connsiteX4" fmla="*/ 411479 w 411479"/>
              <a:gd name="connsiteY4" fmla="*/ 1375226 h 1375226"/>
              <a:gd name="connsiteX5" fmla="*/ 411479 w 411479"/>
              <a:gd name="connsiteY5" fmla="*/ 1375225 h 1375226"/>
              <a:gd name="connsiteX6" fmla="*/ 411067 w 411479"/>
              <a:gd name="connsiteY6" fmla="*/ 1375225 h 1375226"/>
              <a:gd name="connsiteX7" fmla="*/ 255842 w 411479"/>
              <a:gd name="connsiteY7" fmla="*/ 687613 h 1375226"/>
              <a:gd name="connsiteX8" fmla="*/ 411067 w 411479"/>
              <a:gd name="connsiteY8" fmla="*/ 0 h 1375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479" h="1375226">
                <a:moveTo>
                  <a:pt x="411067" y="0"/>
                </a:moveTo>
                <a:lnTo>
                  <a:pt x="355281" y="0"/>
                </a:lnTo>
                <a:cubicBezTo>
                  <a:pt x="158993" y="0"/>
                  <a:pt x="0" y="307913"/>
                  <a:pt x="0" y="687614"/>
                </a:cubicBezTo>
                <a:cubicBezTo>
                  <a:pt x="0" y="1067313"/>
                  <a:pt x="158993" y="1375226"/>
                  <a:pt x="355281" y="1375226"/>
                </a:cubicBezTo>
                <a:lnTo>
                  <a:pt x="411479" y="1375226"/>
                </a:lnTo>
                <a:lnTo>
                  <a:pt x="411479" y="1375225"/>
                </a:lnTo>
                <a:lnTo>
                  <a:pt x="411067" y="1375225"/>
                </a:lnTo>
                <a:cubicBezTo>
                  <a:pt x="325307" y="1375225"/>
                  <a:pt x="255842" y="1067312"/>
                  <a:pt x="255842" y="687613"/>
                </a:cubicBezTo>
                <a:cubicBezTo>
                  <a:pt x="255842" y="307913"/>
                  <a:pt x="325307" y="0"/>
                  <a:pt x="41106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8" name="Rounded Rectangle 57"/>
          <p:cNvSpPr/>
          <p:nvPr/>
        </p:nvSpPr>
        <p:spPr>
          <a:xfrm>
            <a:off x="3204166" y="919743"/>
            <a:ext cx="3854412" cy="961235"/>
          </a:xfrm>
          <a:prstGeom prst="roundRect">
            <a:avLst>
              <a:gd name="adj" fmla="val 2146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8" name="Oval 47"/>
          <p:cNvSpPr/>
          <p:nvPr/>
        </p:nvSpPr>
        <p:spPr>
          <a:xfrm>
            <a:off x="2496223" y="860361"/>
            <a:ext cx="1080000" cy="1080000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Freeform 11"/>
          <p:cNvSpPr/>
          <p:nvPr/>
        </p:nvSpPr>
        <p:spPr>
          <a:xfrm flipH="1">
            <a:off x="3636453" y="705593"/>
            <a:ext cx="931164" cy="1375225"/>
          </a:xfrm>
          <a:custGeom>
            <a:avLst/>
            <a:gdLst>
              <a:gd name="connsiteX0" fmla="*/ 339472 w 931164"/>
              <a:gd name="connsiteY0" fmla="*/ 0 h 1375225"/>
              <a:gd name="connsiteX1" fmla="*/ 155225 w 931164"/>
              <a:gd name="connsiteY1" fmla="*/ 0 h 1375225"/>
              <a:gd name="connsiteX2" fmla="*/ 0 w 931164"/>
              <a:gd name="connsiteY2" fmla="*/ 687613 h 1375225"/>
              <a:gd name="connsiteX3" fmla="*/ 155225 w 931164"/>
              <a:gd name="connsiteY3" fmla="*/ 1375225 h 1375225"/>
              <a:gd name="connsiteX4" fmla="*/ 931164 w 931164"/>
              <a:gd name="connsiteY4" fmla="*/ 1375225 h 1375225"/>
              <a:gd name="connsiteX5" fmla="*/ 931162 w 931164"/>
              <a:gd name="connsiteY5" fmla="*/ 1375224 h 1375225"/>
              <a:gd name="connsiteX6" fmla="*/ 339474 w 931164"/>
              <a:gd name="connsiteY6" fmla="*/ 1375224 h 1375225"/>
              <a:gd name="connsiteX7" fmla="*/ 184249 w 931164"/>
              <a:gd name="connsiteY7" fmla="*/ 687612 h 1375225"/>
              <a:gd name="connsiteX8" fmla="*/ 308182 w 931164"/>
              <a:gd name="connsiteY8" fmla="*/ 13971 h 137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164" h="1375225">
                <a:moveTo>
                  <a:pt x="339472" y="0"/>
                </a:moveTo>
                <a:lnTo>
                  <a:pt x="155225" y="0"/>
                </a:lnTo>
                <a:cubicBezTo>
                  <a:pt x="69465" y="0"/>
                  <a:pt x="0" y="307913"/>
                  <a:pt x="0" y="687613"/>
                </a:cubicBezTo>
                <a:cubicBezTo>
                  <a:pt x="0" y="1067312"/>
                  <a:pt x="69465" y="1375225"/>
                  <a:pt x="155225" y="1375225"/>
                </a:cubicBezTo>
                <a:lnTo>
                  <a:pt x="931164" y="1375225"/>
                </a:lnTo>
                <a:lnTo>
                  <a:pt x="931162" y="1375224"/>
                </a:lnTo>
                <a:lnTo>
                  <a:pt x="339474" y="1375224"/>
                </a:lnTo>
                <a:cubicBezTo>
                  <a:pt x="253714" y="1375224"/>
                  <a:pt x="184249" y="1067311"/>
                  <a:pt x="184249" y="687612"/>
                </a:cubicBezTo>
                <a:cubicBezTo>
                  <a:pt x="184249" y="355374"/>
                  <a:pt x="237433" y="78099"/>
                  <a:pt x="308182" y="1397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Freeform 10"/>
          <p:cNvSpPr/>
          <p:nvPr/>
        </p:nvSpPr>
        <p:spPr>
          <a:xfrm flipH="1">
            <a:off x="3859863" y="2255752"/>
            <a:ext cx="707754" cy="1375225"/>
          </a:xfrm>
          <a:custGeom>
            <a:avLst/>
            <a:gdLst>
              <a:gd name="connsiteX0" fmla="*/ 707754 w 707754"/>
              <a:gd name="connsiteY0" fmla="*/ 0 h 1375225"/>
              <a:gd name="connsiteX1" fmla="*/ 274991 w 707754"/>
              <a:gd name="connsiteY1" fmla="*/ 0 h 1375225"/>
              <a:gd name="connsiteX2" fmla="*/ 0 w 707754"/>
              <a:gd name="connsiteY2" fmla="*/ 687613 h 1375225"/>
              <a:gd name="connsiteX3" fmla="*/ 274991 w 707754"/>
              <a:gd name="connsiteY3" fmla="*/ 1375225 h 1375225"/>
              <a:gd name="connsiteX4" fmla="*/ 707754 w 707754"/>
              <a:gd name="connsiteY4" fmla="*/ 1375225 h 1375225"/>
              <a:gd name="connsiteX5" fmla="*/ 168153 w 707754"/>
              <a:gd name="connsiteY5" fmla="*/ 687613 h 1375225"/>
              <a:gd name="connsiteX6" fmla="*/ 707754 w 707754"/>
              <a:gd name="connsiteY6" fmla="*/ 0 h 137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7754" h="1375225">
                <a:moveTo>
                  <a:pt x="707754" y="0"/>
                </a:moveTo>
                <a:lnTo>
                  <a:pt x="274991" y="0"/>
                </a:lnTo>
                <a:cubicBezTo>
                  <a:pt x="123061" y="0"/>
                  <a:pt x="0" y="307913"/>
                  <a:pt x="0" y="687613"/>
                </a:cubicBezTo>
                <a:cubicBezTo>
                  <a:pt x="0" y="1067312"/>
                  <a:pt x="123061" y="1375225"/>
                  <a:pt x="274991" y="1375225"/>
                </a:cubicBezTo>
                <a:lnTo>
                  <a:pt x="707754" y="1375225"/>
                </a:lnTo>
                <a:cubicBezTo>
                  <a:pt x="409630" y="1375225"/>
                  <a:pt x="168153" y="1067312"/>
                  <a:pt x="168153" y="687613"/>
                </a:cubicBezTo>
                <a:cubicBezTo>
                  <a:pt x="168153" y="307913"/>
                  <a:pt x="409630" y="0"/>
                  <a:pt x="707754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Freeform 8"/>
          <p:cNvSpPr/>
          <p:nvPr/>
        </p:nvSpPr>
        <p:spPr>
          <a:xfrm flipH="1">
            <a:off x="3976233" y="5356071"/>
            <a:ext cx="591384" cy="1375225"/>
          </a:xfrm>
          <a:custGeom>
            <a:avLst/>
            <a:gdLst>
              <a:gd name="connsiteX0" fmla="*/ 416231 w 591384"/>
              <a:gd name="connsiteY0" fmla="*/ 0 h 1375225"/>
              <a:gd name="connsiteX1" fmla="*/ 155225 w 591384"/>
              <a:gd name="connsiteY1" fmla="*/ 0 h 1375225"/>
              <a:gd name="connsiteX2" fmla="*/ 0 w 591384"/>
              <a:gd name="connsiteY2" fmla="*/ 687613 h 1375225"/>
              <a:gd name="connsiteX3" fmla="*/ 155225 w 591384"/>
              <a:gd name="connsiteY3" fmla="*/ 1375225 h 1375225"/>
              <a:gd name="connsiteX4" fmla="*/ 591384 w 591384"/>
              <a:gd name="connsiteY4" fmla="*/ 1375225 h 1375225"/>
              <a:gd name="connsiteX5" fmla="*/ 518510 w 591384"/>
              <a:gd name="connsiteY5" fmla="*/ 1323631 h 1375225"/>
              <a:gd name="connsiteX6" fmla="*/ 224003 w 591384"/>
              <a:gd name="connsiteY6" fmla="*/ 849058 h 1375225"/>
              <a:gd name="connsiteX7" fmla="*/ 375702 w 591384"/>
              <a:gd name="connsiteY7" fmla="*/ 19812 h 137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1384" h="1375225">
                <a:moveTo>
                  <a:pt x="416231" y="0"/>
                </a:moveTo>
                <a:lnTo>
                  <a:pt x="155225" y="0"/>
                </a:lnTo>
                <a:cubicBezTo>
                  <a:pt x="69465" y="0"/>
                  <a:pt x="0" y="307913"/>
                  <a:pt x="0" y="687613"/>
                </a:cubicBezTo>
                <a:cubicBezTo>
                  <a:pt x="0" y="1067312"/>
                  <a:pt x="69465" y="1375225"/>
                  <a:pt x="155225" y="1375225"/>
                </a:cubicBezTo>
                <a:lnTo>
                  <a:pt x="591384" y="1375225"/>
                </a:lnTo>
                <a:lnTo>
                  <a:pt x="518510" y="1323631"/>
                </a:lnTo>
                <a:cubicBezTo>
                  <a:pt x="393859" y="1217279"/>
                  <a:pt x="285850" y="1050675"/>
                  <a:pt x="224003" y="849058"/>
                </a:cubicBezTo>
                <a:cubicBezTo>
                  <a:pt x="115771" y="496228"/>
                  <a:pt x="184717" y="152909"/>
                  <a:pt x="375702" y="19812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Freeform 15"/>
          <p:cNvSpPr/>
          <p:nvPr/>
        </p:nvSpPr>
        <p:spPr>
          <a:xfrm flipH="1">
            <a:off x="3636453" y="3805911"/>
            <a:ext cx="931164" cy="1375226"/>
          </a:xfrm>
          <a:custGeom>
            <a:avLst/>
            <a:gdLst>
              <a:gd name="connsiteX0" fmla="*/ 291318 w 931164"/>
              <a:gd name="connsiteY0" fmla="*/ 0 h 1375226"/>
              <a:gd name="connsiteX1" fmla="*/ 137789 w 931164"/>
              <a:gd name="connsiteY1" fmla="*/ 0 h 1375226"/>
              <a:gd name="connsiteX2" fmla="*/ 133488 w 931164"/>
              <a:gd name="connsiteY2" fmla="*/ 9707 h 1375226"/>
              <a:gd name="connsiteX3" fmla="*/ 123933 w 931164"/>
              <a:gd name="connsiteY3" fmla="*/ 13973 h 1375226"/>
              <a:gd name="connsiteX4" fmla="*/ 0 w 931164"/>
              <a:gd name="connsiteY4" fmla="*/ 687614 h 1375226"/>
              <a:gd name="connsiteX5" fmla="*/ 123933 w 931164"/>
              <a:gd name="connsiteY5" fmla="*/ 1361254 h 1375226"/>
              <a:gd name="connsiteX6" fmla="*/ 133488 w 931164"/>
              <a:gd name="connsiteY6" fmla="*/ 1365520 h 1375226"/>
              <a:gd name="connsiteX7" fmla="*/ 137789 w 931164"/>
              <a:gd name="connsiteY7" fmla="*/ 1375226 h 1375226"/>
              <a:gd name="connsiteX8" fmla="*/ 155225 w 931164"/>
              <a:gd name="connsiteY8" fmla="*/ 1375226 h 1375226"/>
              <a:gd name="connsiteX9" fmla="*/ 291318 w 931164"/>
              <a:gd name="connsiteY9" fmla="*/ 1375226 h 1375226"/>
              <a:gd name="connsiteX10" fmla="*/ 931164 w 931164"/>
              <a:gd name="connsiteY10" fmla="*/ 1375226 h 1375226"/>
              <a:gd name="connsiteX11" fmla="*/ 931162 w 931164"/>
              <a:gd name="connsiteY11" fmla="*/ 1375225 h 1375226"/>
              <a:gd name="connsiteX12" fmla="*/ 339474 w 931164"/>
              <a:gd name="connsiteY12" fmla="*/ 1375225 h 1375226"/>
              <a:gd name="connsiteX13" fmla="*/ 308182 w 931164"/>
              <a:gd name="connsiteY13" fmla="*/ 1361253 h 1375226"/>
              <a:gd name="connsiteX14" fmla="*/ 279440 w 931164"/>
              <a:gd name="connsiteY14" fmla="*/ 1321730 h 1375226"/>
              <a:gd name="connsiteX15" fmla="*/ 279361 w 931164"/>
              <a:gd name="connsiteY15" fmla="*/ 1321182 h 1375226"/>
              <a:gd name="connsiteX16" fmla="*/ 260605 w 931164"/>
              <a:gd name="connsiteY16" fmla="*/ 687613 h 1375226"/>
              <a:gd name="connsiteX17" fmla="*/ 274144 w 931164"/>
              <a:gd name="connsiteY17" fmla="*/ 117449 h 1375226"/>
              <a:gd name="connsiteX18" fmla="*/ 279294 w 931164"/>
              <a:gd name="connsiteY18" fmla="*/ 54852 h 1375226"/>
              <a:gd name="connsiteX19" fmla="*/ 282544 w 931164"/>
              <a:gd name="connsiteY19" fmla="*/ 47702 h 1375226"/>
              <a:gd name="connsiteX20" fmla="*/ 308182 w 931164"/>
              <a:gd name="connsiteY20" fmla="*/ 13972 h 1375226"/>
              <a:gd name="connsiteX21" fmla="*/ 339472 w 931164"/>
              <a:gd name="connsiteY21" fmla="*/ 1 h 1375226"/>
              <a:gd name="connsiteX22" fmla="*/ 291318 w 931164"/>
              <a:gd name="connsiteY22" fmla="*/ 1 h 1375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31164" h="1375226">
                <a:moveTo>
                  <a:pt x="291318" y="0"/>
                </a:moveTo>
                <a:lnTo>
                  <a:pt x="137789" y="0"/>
                </a:lnTo>
                <a:lnTo>
                  <a:pt x="133488" y="9707"/>
                </a:lnTo>
                <a:lnTo>
                  <a:pt x="123933" y="13973"/>
                </a:lnTo>
                <a:cubicBezTo>
                  <a:pt x="53184" y="78101"/>
                  <a:pt x="0" y="355377"/>
                  <a:pt x="0" y="687614"/>
                </a:cubicBezTo>
                <a:cubicBezTo>
                  <a:pt x="0" y="1019851"/>
                  <a:pt x="53184" y="1297126"/>
                  <a:pt x="123933" y="1361254"/>
                </a:cubicBezTo>
                <a:lnTo>
                  <a:pt x="133488" y="1365520"/>
                </a:lnTo>
                <a:lnTo>
                  <a:pt x="137789" y="1375226"/>
                </a:lnTo>
                <a:lnTo>
                  <a:pt x="155225" y="1375226"/>
                </a:lnTo>
                <a:lnTo>
                  <a:pt x="291318" y="1375226"/>
                </a:lnTo>
                <a:lnTo>
                  <a:pt x="931164" y="1375226"/>
                </a:lnTo>
                <a:lnTo>
                  <a:pt x="931162" y="1375225"/>
                </a:lnTo>
                <a:lnTo>
                  <a:pt x="339474" y="1375225"/>
                </a:lnTo>
                <a:cubicBezTo>
                  <a:pt x="328754" y="1375225"/>
                  <a:pt x="318289" y="1370414"/>
                  <a:pt x="308182" y="1361253"/>
                </a:cubicBezTo>
                <a:lnTo>
                  <a:pt x="279440" y="1321730"/>
                </a:lnTo>
                <a:lnTo>
                  <a:pt x="279361" y="1321182"/>
                </a:lnTo>
                <a:cubicBezTo>
                  <a:pt x="268337" y="1216783"/>
                  <a:pt x="260605" y="972388"/>
                  <a:pt x="260605" y="687613"/>
                </a:cubicBezTo>
                <a:cubicBezTo>
                  <a:pt x="260605" y="450301"/>
                  <a:pt x="265974" y="241030"/>
                  <a:pt x="274144" y="117449"/>
                </a:cubicBezTo>
                <a:lnTo>
                  <a:pt x="279294" y="54852"/>
                </a:lnTo>
                <a:lnTo>
                  <a:pt x="282544" y="47702"/>
                </a:lnTo>
                <a:cubicBezTo>
                  <a:pt x="290769" y="33335"/>
                  <a:pt x="299339" y="21988"/>
                  <a:pt x="308182" y="13972"/>
                </a:cubicBezTo>
                <a:lnTo>
                  <a:pt x="339472" y="1"/>
                </a:lnTo>
                <a:lnTo>
                  <a:pt x="291318" y="1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3888643" y="27441"/>
            <a:ext cx="10308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200" dirty="0"/>
              <a:t>P</a:t>
            </a:r>
            <a:r>
              <a:rPr lang="en-AU" sz="1200" dirty="0" smtClean="0"/>
              <a:t>rescription </a:t>
            </a:r>
          </a:p>
          <a:p>
            <a:pPr algn="ctr"/>
            <a:r>
              <a:rPr lang="en-AU" sz="1200" dirty="0" smtClean="0"/>
              <a:t>C</a:t>
            </a:r>
            <a:r>
              <a:rPr lang="en-AU" sz="1200" dirty="0" smtClean="0"/>
              <a:t>orrection</a:t>
            </a:r>
          </a:p>
          <a:p>
            <a:pPr algn="ctr"/>
            <a:r>
              <a:rPr lang="en-AU" sz="1200" dirty="0" smtClean="0"/>
              <a:t>Diopters Lens</a:t>
            </a:r>
            <a:endParaRPr lang="en-AU" sz="1200" dirty="0"/>
          </a:p>
        </p:txBody>
      </p:sp>
      <p:sp>
        <p:nvSpPr>
          <p:cNvPr id="20" name="Rectangle 19"/>
          <p:cNvSpPr/>
          <p:nvPr/>
        </p:nvSpPr>
        <p:spPr>
          <a:xfrm>
            <a:off x="1523624" y="2689128"/>
            <a:ext cx="105670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100" dirty="0" smtClean="0"/>
              <a:t>No </a:t>
            </a:r>
            <a:r>
              <a:rPr lang="en-AU" sz="1100" dirty="0" smtClean="0"/>
              <a:t>C</a:t>
            </a:r>
            <a:r>
              <a:rPr lang="en-AU" sz="1100" dirty="0" smtClean="0"/>
              <a:t>orrection: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00" dirty="0" smtClean="0"/>
              <a:t>Parallel lens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3255870" y="1069317"/>
            <a:ext cx="369066" cy="692727"/>
            <a:chOff x="8677157" y="1012110"/>
            <a:chExt cx="405973" cy="692727"/>
          </a:xfrm>
        </p:grpSpPr>
        <p:sp>
          <p:nvSpPr>
            <p:cNvPr id="22" name="Oval 21"/>
            <p:cNvSpPr/>
            <p:nvPr/>
          </p:nvSpPr>
          <p:spPr>
            <a:xfrm>
              <a:off x="8677157" y="1012110"/>
              <a:ext cx="405973" cy="692727"/>
            </a:xfrm>
            <a:prstGeom prst="ellipse">
              <a:avLst/>
            </a:prstGeom>
            <a:solidFill>
              <a:srgbClr val="6323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3" name="Flowchart: Stored Data 22"/>
            <p:cNvSpPr/>
            <p:nvPr/>
          </p:nvSpPr>
          <p:spPr>
            <a:xfrm rot="502426">
              <a:off x="8747230" y="1148816"/>
              <a:ext cx="103232" cy="274556"/>
            </a:xfrm>
            <a:prstGeom prst="flowChartOnlineStorag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Oval 23"/>
            <p:cNvSpPr/>
            <p:nvPr/>
          </p:nvSpPr>
          <p:spPr>
            <a:xfrm>
              <a:off x="8986686" y="1307228"/>
              <a:ext cx="56291" cy="8725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 flipH="1" flipV="1">
            <a:off x="2741182" y="3299953"/>
            <a:ext cx="1602563" cy="111261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523624" y="3154842"/>
            <a:ext cx="1282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100" dirty="0" smtClean="0"/>
              <a:t>Myopic </a:t>
            </a:r>
            <a:r>
              <a:rPr lang="en-AU" sz="1100" dirty="0" smtClean="0"/>
              <a:t>C</a:t>
            </a:r>
            <a:r>
              <a:rPr lang="en-AU" sz="1100" dirty="0" smtClean="0"/>
              <a:t>orrection: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00" dirty="0" smtClean="0"/>
              <a:t>Concave lens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80617" y="3655383"/>
            <a:ext cx="17235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100" dirty="0" smtClean="0"/>
              <a:t>Hypermetropic </a:t>
            </a:r>
            <a:r>
              <a:rPr lang="en-AU" sz="1100" dirty="0" smtClean="0"/>
              <a:t>C</a:t>
            </a:r>
            <a:r>
              <a:rPr lang="en-AU" sz="1100" dirty="0" smtClean="0"/>
              <a:t>orrection: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00" dirty="0" smtClean="0"/>
              <a:t>Convex lens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 flipH="1" flipV="1">
            <a:off x="3148365" y="3799254"/>
            <a:ext cx="1188715" cy="259540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486620" y="5125093"/>
            <a:ext cx="1988045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100" dirty="0" smtClean="0"/>
              <a:t>Bifocal </a:t>
            </a:r>
            <a:r>
              <a:rPr lang="en-AU" sz="1100" dirty="0" smtClean="0"/>
              <a:t>C</a:t>
            </a:r>
            <a:r>
              <a:rPr lang="en-AU" sz="1100" dirty="0" smtClean="0"/>
              <a:t>orrection: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100" dirty="0" smtClean="0"/>
              <a:t>More convex towards top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smtClean="0"/>
              <a:t>Less convex towards bottom</a:t>
            </a:r>
            <a:endParaRPr lang="en-AU" sz="1100" dirty="0" smtClean="0"/>
          </a:p>
        </p:txBody>
      </p:sp>
      <p:cxnSp>
        <p:nvCxnSpPr>
          <p:cNvPr id="42" name="Straight Arrow Connector 41"/>
          <p:cNvCxnSpPr/>
          <p:nvPr/>
        </p:nvCxnSpPr>
        <p:spPr>
          <a:xfrm flipH="1" flipV="1">
            <a:off x="2652772" y="5265420"/>
            <a:ext cx="1690973" cy="159756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723803" y="899007"/>
            <a:ext cx="3882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100" dirty="0" smtClean="0"/>
              <a:t>Eye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2482301" y="1901298"/>
            <a:ext cx="1959872" cy="910586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000175" y="237891"/>
            <a:ext cx="7224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200" dirty="0" smtClean="0"/>
              <a:t>Ancillary</a:t>
            </a:r>
          </a:p>
          <a:p>
            <a:pPr algn="ctr"/>
            <a:r>
              <a:rPr lang="en-AU" sz="1200" dirty="0" smtClean="0"/>
              <a:t>optics</a:t>
            </a:r>
          </a:p>
        </p:txBody>
      </p:sp>
      <p:sp>
        <p:nvSpPr>
          <p:cNvPr id="52" name="Freeform 51"/>
          <p:cNvSpPr/>
          <p:nvPr/>
        </p:nvSpPr>
        <p:spPr>
          <a:xfrm flipH="1">
            <a:off x="4648289" y="699556"/>
            <a:ext cx="846513" cy="1388324"/>
          </a:xfrm>
          <a:custGeom>
            <a:avLst/>
            <a:gdLst>
              <a:gd name="connsiteX0" fmla="*/ 267130 w 846513"/>
              <a:gd name="connsiteY0" fmla="*/ 0 h 1250205"/>
              <a:gd name="connsiteX1" fmla="*/ 141114 w 846513"/>
              <a:gd name="connsiteY1" fmla="*/ 0 h 1250205"/>
              <a:gd name="connsiteX2" fmla="*/ 0 w 846513"/>
              <a:gd name="connsiteY2" fmla="*/ 625103 h 1250205"/>
              <a:gd name="connsiteX3" fmla="*/ 141114 w 846513"/>
              <a:gd name="connsiteY3" fmla="*/ 1250205 h 1250205"/>
              <a:gd name="connsiteX4" fmla="*/ 846513 w 846513"/>
              <a:gd name="connsiteY4" fmla="*/ 1250205 h 1250205"/>
              <a:gd name="connsiteX5" fmla="*/ 846511 w 846513"/>
              <a:gd name="connsiteY5" fmla="*/ 1250204 h 1250205"/>
              <a:gd name="connsiteX6" fmla="*/ 308613 w 846513"/>
              <a:gd name="connsiteY6" fmla="*/ 1250204 h 1250205"/>
              <a:gd name="connsiteX7" fmla="*/ 297471 w 846513"/>
              <a:gd name="connsiteY7" fmla="*/ 1245229 h 1250205"/>
              <a:gd name="connsiteX8" fmla="*/ 278274 w 846513"/>
              <a:gd name="connsiteY8" fmla="*/ 1245229 h 1250205"/>
              <a:gd name="connsiteX9" fmla="*/ 137160 w 846513"/>
              <a:gd name="connsiteY9" fmla="*/ 620127 h 1250205"/>
              <a:gd name="connsiteX10" fmla="*/ 249826 w 846513"/>
              <a:gd name="connsiteY10" fmla="*/ 7726 h 125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6513" h="1250205">
                <a:moveTo>
                  <a:pt x="267130" y="0"/>
                </a:moveTo>
                <a:lnTo>
                  <a:pt x="141114" y="0"/>
                </a:lnTo>
                <a:cubicBezTo>
                  <a:pt x="63150" y="0"/>
                  <a:pt x="0" y="279921"/>
                  <a:pt x="0" y="625103"/>
                </a:cubicBezTo>
                <a:cubicBezTo>
                  <a:pt x="0" y="970284"/>
                  <a:pt x="63150" y="1250205"/>
                  <a:pt x="141114" y="1250205"/>
                </a:cubicBezTo>
                <a:lnTo>
                  <a:pt x="846513" y="1250205"/>
                </a:lnTo>
                <a:lnTo>
                  <a:pt x="846511" y="1250204"/>
                </a:lnTo>
                <a:lnTo>
                  <a:pt x="308613" y="1250204"/>
                </a:lnTo>
                <a:lnTo>
                  <a:pt x="297471" y="1245229"/>
                </a:lnTo>
                <a:lnTo>
                  <a:pt x="278274" y="1245229"/>
                </a:lnTo>
                <a:cubicBezTo>
                  <a:pt x="200310" y="1245229"/>
                  <a:pt x="137160" y="965308"/>
                  <a:pt x="137160" y="620127"/>
                </a:cubicBezTo>
                <a:cubicBezTo>
                  <a:pt x="137160" y="318093"/>
                  <a:pt x="185509" y="66024"/>
                  <a:pt x="249826" y="7726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6906178" y="5529773"/>
            <a:ext cx="1554498" cy="193311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4638188" y="930817"/>
            <a:ext cx="6619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200" dirty="0" smtClean="0"/>
              <a:t>Eye box</a:t>
            </a:r>
          </a:p>
        </p:txBody>
      </p:sp>
      <p:sp>
        <p:nvSpPr>
          <p:cNvPr id="70" name="Oval 69"/>
          <p:cNvSpPr/>
          <p:nvPr/>
        </p:nvSpPr>
        <p:spPr>
          <a:xfrm>
            <a:off x="3677288" y="1183533"/>
            <a:ext cx="167623" cy="431304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Rectangle 70"/>
          <p:cNvSpPr/>
          <p:nvPr/>
        </p:nvSpPr>
        <p:spPr>
          <a:xfrm>
            <a:off x="3255320" y="1919191"/>
            <a:ext cx="70884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100" dirty="0" smtClean="0"/>
              <a:t>Exit Pupil</a:t>
            </a:r>
          </a:p>
        </p:txBody>
      </p:sp>
      <p:cxnSp>
        <p:nvCxnSpPr>
          <p:cNvPr id="72" name="Straight Arrow Connector 71"/>
          <p:cNvCxnSpPr/>
          <p:nvPr/>
        </p:nvCxnSpPr>
        <p:spPr>
          <a:xfrm flipH="1">
            <a:off x="7058578" y="5682173"/>
            <a:ext cx="1554498" cy="193311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3885849" y="1599949"/>
            <a:ext cx="78319" cy="407637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3872113" y="1107348"/>
            <a:ext cx="202823" cy="574065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7" name="Oval 76"/>
          <p:cNvSpPr/>
          <p:nvPr/>
        </p:nvSpPr>
        <p:spPr>
          <a:xfrm>
            <a:off x="4100880" y="1049126"/>
            <a:ext cx="223105" cy="700119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6" name="Freeform 95"/>
          <p:cNvSpPr/>
          <p:nvPr/>
        </p:nvSpPr>
        <p:spPr>
          <a:xfrm rot="21339449" flipH="1">
            <a:off x="10230438" y="655688"/>
            <a:ext cx="931164" cy="1375225"/>
          </a:xfrm>
          <a:custGeom>
            <a:avLst/>
            <a:gdLst>
              <a:gd name="connsiteX0" fmla="*/ 339472 w 931164"/>
              <a:gd name="connsiteY0" fmla="*/ 0 h 1375225"/>
              <a:gd name="connsiteX1" fmla="*/ 155225 w 931164"/>
              <a:gd name="connsiteY1" fmla="*/ 0 h 1375225"/>
              <a:gd name="connsiteX2" fmla="*/ 0 w 931164"/>
              <a:gd name="connsiteY2" fmla="*/ 687613 h 1375225"/>
              <a:gd name="connsiteX3" fmla="*/ 155225 w 931164"/>
              <a:gd name="connsiteY3" fmla="*/ 1375225 h 1375225"/>
              <a:gd name="connsiteX4" fmla="*/ 931164 w 931164"/>
              <a:gd name="connsiteY4" fmla="*/ 1375225 h 1375225"/>
              <a:gd name="connsiteX5" fmla="*/ 931162 w 931164"/>
              <a:gd name="connsiteY5" fmla="*/ 1375224 h 1375225"/>
              <a:gd name="connsiteX6" fmla="*/ 339474 w 931164"/>
              <a:gd name="connsiteY6" fmla="*/ 1375224 h 1375225"/>
              <a:gd name="connsiteX7" fmla="*/ 184249 w 931164"/>
              <a:gd name="connsiteY7" fmla="*/ 687612 h 1375225"/>
              <a:gd name="connsiteX8" fmla="*/ 308182 w 931164"/>
              <a:gd name="connsiteY8" fmla="*/ 13971 h 137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1164" h="1375225">
                <a:moveTo>
                  <a:pt x="339472" y="0"/>
                </a:moveTo>
                <a:lnTo>
                  <a:pt x="155225" y="0"/>
                </a:lnTo>
                <a:cubicBezTo>
                  <a:pt x="69465" y="0"/>
                  <a:pt x="0" y="307913"/>
                  <a:pt x="0" y="687613"/>
                </a:cubicBezTo>
                <a:cubicBezTo>
                  <a:pt x="0" y="1067312"/>
                  <a:pt x="69465" y="1375225"/>
                  <a:pt x="155225" y="1375225"/>
                </a:cubicBezTo>
                <a:lnTo>
                  <a:pt x="931164" y="1375225"/>
                </a:lnTo>
                <a:lnTo>
                  <a:pt x="931162" y="1375224"/>
                </a:lnTo>
                <a:lnTo>
                  <a:pt x="339474" y="1375224"/>
                </a:lnTo>
                <a:cubicBezTo>
                  <a:pt x="253714" y="1375224"/>
                  <a:pt x="184249" y="1067311"/>
                  <a:pt x="184249" y="687612"/>
                </a:cubicBezTo>
                <a:cubicBezTo>
                  <a:pt x="184249" y="355374"/>
                  <a:pt x="237433" y="78099"/>
                  <a:pt x="308182" y="13971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0" name="Freeform 109"/>
          <p:cNvSpPr/>
          <p:nvPr/>
        </p:nvSpPr>
        <p:spPr>
          <a:xfrm rot="2372146" flipH="1">
            <a:off x="5771956" y="860338"/>
            <a:ext cx="1033704" cy="1142757"/>
          </a:xfrm>
          <a:custGeom>
            <a:avLst/>
            <a:gdLst>
              <a:gd name="connsiteX0" fmla="*/ 1033704 w 1033704"/>
              <a:gd name="connsiteY0" fmla="*/ 75840 h 1142757"/>
              <a:gd name="connsiteX1" fmla="*/ 998001 w 1033704"/>
              <a:gd name="connsiteY1" fmla="*/ 46372 h 1142757"/>
              <a:gd name="connsiteX2" fmla="*/ 627250 w 1033704"/>
              <a:gd name="connsiteY2" fmla="*/ 64844 h 1142757"/>
              <a:gd name="connsiteX3" fmla="*/ 614491 w 1033704"/>
              <a:gd name="connsiteY3" fmla="*/ 73150 h 1142757"/>
              <a:gd name="connsiteX4" fmla="*/ 600406 w 1033704"/>
              <a:gd name="connsiteY4" fmla="*/ 77127 h 1142757"/>
              <a:gd name="connsiteX5" fmla="*/ 404751 w 1033704"/>
              <a:gd name="connsiteY5" fmla="*/ 194530 h 1142757"/>
              <a:gd name="connsiteX6" fmla="*/ 374395 w 1033704"/>
              <a:gd name="connsiteY6" fmla="*/ 220270 h 1142757"/>
              <a:gd name="connsiteX7" fmla="*/ 359911 w 1033704"/>
              <a:gd name="connsiteY7" fmla="*/ 229638 h 1142757"/>
              <a:gd name="connsiteX8" fmla="*/ 340969 w 1033704"/>
              <a:gd name="connsiteY8" fmla="*/ 248613 h 1142757"/>
              <a:gd name="connsiteX9" fmla="*/ 309390 w 1033704"/>
              <a:gd name="connsiteY9" fmla="*/ 275388 h 1142757"/>
              <a:gd name="connsiteX10" fmla="*/ 239234 w 1033704"/>
              <a:gd name="connsiteY10" fmla="*/ 351590 h 1142757"/>
              <a:gd name="connsiteX11" fmla="*/ 233186 w 1033704"/>
              <a:gd name="connsiteY11" fmla="*/ 361536 h 1142757"/>
              <a:gd name="connsiteX12" fmla="*/ 201962 w 1033704"/>
              <a:gd name="connsiteY12" fmla="*/ 395030 h 1142757"/>
              <a:gd name="connsiteX13" fmla="*/ 128612 w 1033704"/>
              <a:gd name="connsiteY13" fmla="*/ 496281 h 1142757"/>
              <a:gd name="connsiteX14" fmla="*/ 26473 w 1033704"/>
              <a:gd name="connsiteY14" fmla="*/ 700320 h 1142757"/>
              <a:gd name="connsiteX15" fmla="*/ 20188 w 1033704"/>
              <a:gd name="connsiteY15" fmla="*/ 731514 h 1142757"/>
              <a:gd name="connsiteX16" fmla="*/ 19328 w 1033704"/>
              <a:gd name="connsiteY16" fmla="*/ 733181 h 1142757"/>
              <a:gd name="connsiteX17" fmla="*/ 0 w 1033704"/>
              <a:gd name="connsiteY17" fmla="*/ 844534 h 1142757"/>
              <a:gd name="connsiteX18" fmla="*/ 33149 w 1033704"/>
              <a:gd name="connsiteY18" fmla="*/ 985367 h 1142757"/>
              <a:gd name="connsiteX19" fmla="*/ 35466 w 1033704"/>
              <a:gd name="connsiteY19" fmla="*/ 988116 h 1142757"/>
              <a:gd name="connsiteX20" fmla="*/ 38871 w 1033704"/>
              <a:gd name="connsiteY20" fmla="*/ 997196 h 1142757"/>
              <a:gd name="connsiteX21" fmla="*/ 64925 w 1033704"/>
              <a:gd name="connsiteY21" fmla="*/ 1040026 h 1142757"/>
              <a:gd name="connsiteX22" fmla="*/ 97685 w 1033704"/>
              <a:gd name="connsiteY22" fmla="*/ 1077972 h 1142757"/>
              <a:gd name="connsiteX23" fmla="*/ 100709 w 1033704"/>
              <a:gd name="connsiteY23" fmla="*/ 1080372 h 1142757"/>
              <a:gd name="connsiteX24" fmla="*/ 122588 w 1033704"/>
              <a:gd name="connsiteY24" fmla="*/ 1106984 h 1142757"/>
              <a:gd name="connsiteX25" fmla="*/ 165929 w 1033704"/>
              <a:gd name="connsiteY25" fmla="*/ 1142757 h 1142757"/>
              <a:gd name="connsiteX26" fmla="*/ 165930 w 1033704"/>
              <a:gd name="connsiteY26" fmla="*/ 1142756 h 1142757"/>
              <a:gd name="connsiteX27" fmla="*/ 165612 w 1033704"/>
              <a:gd name="connsiteY27" fmla="*/ 1142494 h 1142757"/>
              <a:gd name="connsiteX28" fmla="*/ 164329 w 1033704"/>
              <a:gd name="connsiteY28" fmla="*/ 1139911 h 1142757"/>
              <a:gd name="connsiteX29" fmla="*/ 161070 w 1033704"/>
              <a:gd name="connsiteY29" fmla="*/ 1137221 h 1142757"/>
              <a:gd name="connsiteX30" fmla="*/ 479062 w 1033704"/>
              <a:gd name="connsiteY30" fmla="*/ 508105 h 1142757"/>
              <a:gd name="connsiteX31" fmla="*/ 1003456 w 1033704"/>
              <a:gd name="connsiteY31" fmla="*/ 67466 h 1142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033704" h="1142757">
                <a:moveTo>
                  <a:pt x="1033704" y="75840"/>
                </a:moveTo>
                <a:lnTo>
                  <a:pt x="998001" y="46372"/>
                </a:lnTo>
                <a:cubicBezTo>
                  <a:pt x="912849" y="-23912"/>
                  <a:pt x="774779" y="-11547"/>
                  <a:pt x="627250" y="64844"/>
                </a:cubicBezTo>
                <a:lnTo>
                  <a:pt x="614491" y="73150"/>
                </a:lnTo>
                <a:lnTo>
                  <a:pt x="600406" y="77127"/>
                </a:lnTo>
                <a:cubicBezTo>
                  <a:pt x="544874" y="99998"/>
                  <a:pt x="475268" y="140944"/>
                  <a:pt x="404751" y="194530"/>
                </a:cubicBezTo>
                <a:lnTo>
                  <a:pt x="374395" y="220270"/>
                </a:lnTo>
                <a:lnTo>
                  <a:pt x="359911" y="229638"/>
                </a:lnTo>
                <a:lnTo>
                  <a:pt x="340969" y="248613"/>
                </a:lnTo>
                <a:lnTo>
                  <a:pt x="309390" y="275388"/>
                </a:lnTo>
                <a:cubicBezTo>
                  <a:pt x="281440" y="302034"/>
                  <a:pt x="257688" y="327902"/>
                  <a:pt x="239234" y="351590"/>
                </a:cubicBezTo>
                <a:lnTo>
                  <a:pt x="233186" y="361536"/>
                </a:lnTo>
                <a:lnTo>
                  <a:pt x="201962" y="395030"/>
                </a:lnTo>
                <a:cubicBezTo>
                  <a:pt x="177527" y="424932"/>
                  <a:pt x="152638" y="459083"/>
                  <a:pt x="128612" y="496281"/>
                </a:cubicBezTo>
                <a:cubicBezTo>
                  <a:pt x="80559" y="570678"/>
                  <a:pt x="45043" y="643206"/>
                  <a:pt x="26473" y="700320"/>
                </a:cubicBezTo>
                <a:lnTo>
                  <a:pt x="20188" y="731514"/>
                </a:lnTo>
                <a:lnTo>
                  <a:pt x="19328" y="733181"/>
                </a:lnTo>
                <a:cubicBezTo>
                  <a:pt x="7124" y="764970"/>
                  <a:pt x="0" y="803290"/>
                  <a:pt x="0" y="844534"/>
                </a:cubicBezTo>
                <a:cubicBezTo>
                  <a:pt x="1" y="899527"/>
                  <a:pt x="12665" y="949321"/>
                  <a:pt x="33149" y="985367"/>
                </a:cubicBezTo>
                <a:lnTo>
                  <a:pt x="35466" y="988116"/>
                </a:lnTo>
                <a:lnTo>
                  <a:pt x="38871" y="997196"/>
                </a:lnTo>
                <a:cubicBezTo>
                  <a:pt x="45750" y="1011183"/>
                  <a:pt x="54494" y="1025701"/>
                  <a:pt x="64925" y="1040026"/>
                </a:cubicBezTo>
                <a:cubicBezTo>
                  <a:pt x="75355" y="1054351"/>
                  <a:pt x="86486" y="1067130"/>
                  <a:pt x="97685" y="1077972"/>
                </a:cubicBezTo>
                <a:lnTo>
                  <a:pt x="100709" y="1080372"/>
                </a:lnTo>
                <a:lnTo>
                  <a:pt x="122588" y="1106984"/>
                </a:lnTo>
                <a:lnTo>
                  <a:pt x="165929" y="1142757"/>
                </a:lnTo>
                <a:lnTo>
                  <a:pt x="165930" y="1142756"/>
                </a:lnTo>
                <a:lnTo>
                  <a:pt x="165612" y="1142494"/>
                </a:lnTo>
                <a:lnTo>
                  <a:pt x="164329" y="1139911"/>
                </a:lnTo>
                <a:lnTo>
                  <a:pt x="161070" y="1137221"/>
                </a:lnTo>
                <a:cubicBezTo>
                  <a:pt x="94930" y="1082629"/>
                  <a:pt x="237361" y="800940"/>
                  <a:pt x="479062" y="508105"/>
                </a:cubicBezTo>
                <a:cubicBezTo>
                  <a:pt x="690552" y="251875"/>
                  <a:pt x="908071" y="71887"/>
                  <a:pt x="1003456" y="6746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2" name="Freeform 111"/>
          <p:cNvSpPr/>
          <p:nvPr/>
        </p:nvSpPr>
        <p:spPr>
          <a:xfrm flipH="1">
            <a:off x="6004828" y="3446964"/>
            <a:ext cx="374072" cy="2196000"/>
          </a:xfrm>
          <a:custGeom>
            <a:avLst/>
            <a:gdLst>
              <a:gd name="connsiteX0" fmla="*/ 411067 w 411479"/>
              <a:gd name="connsiteY0" fmla="*/ 0 h 1375226"/>
              <a:gd name="connsiteX1" fmla="*/ 355281 w 411479"/>
              <a:gd name="connsiteY1" fmla="*/ 0 h 1375226"/>
              <a:gd name="connsiteX2" fmla="*/ 0 w 411479"/>
              <a:gd name="connsiteY2" fmla="*/ 687614 h 1375226"/>
              <a:gd name="connsiteX3" fmla="*/ 355281 w 411479"/>
              <a:gd name="connsiteY3" fmla="*/ 1375226 h 1375226"/>
              <a:gd name="connsiteX4" fmla="*/ 411479 w 411479"/>
              <a:gd name="connsiteY4" fmla="*/ 1375226 h 1375226"/>
              <a:gd name="connsiteX5" fmla="*/ 411479 w 411479"/>
              <a:gd name="connsiteY5" fmla="*/ 1375225 h 1375226"/>
              <a:gd name="connsiteX6" fmla="*/ 411067 w 411479"/>
              <a:gd name="connsiteY6" fmla="*/ 1375225 h 1375226"/>
              <a:gd name="connsiteX7" fmla="*/ 255842 w 411479"/>
              <a:gd name="connsiteY7" fmla="*/ 687613 h 1375226"/>
              <a:gd name="connsiteX8" fmla="*/ 411067 w 411479"/>
              <a:gd name="connsiteY8" fmla="*/ 0 h 1375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479" h="1375226">
                <a:moveTo>
                  <a:pt x="411067" y="0"/>
                </a:moveTo>
                <a:lnTo>
                  <a:pt x="355281" y="0"/>
                </a:lnTo>
                <a:cubicBezTo>
                  <a:pt x="158993" y="0"/>
                  <a:pt x="0" y="307913"/>
                  <a:pt x="0" y="687614"/>
                </a:cubicBezTo>
                <a:cubicBezTo>
                  <a:pt x="0" y="1067313"/>
                  <a:pt x="158993" y="1375226"/>
                  <a:pt x="355281" y="1375226"/>
                </a:cubicBezTo>
                <a:lnTo>
                  <a:pt x="411479" y="1375226"/>
                </a:lnTo>
                <a:lnTo>
                  <a:pt x="411479" y="1375225"/>
                </a:lnTo>
                <a:lnTo>
                  <a:pt x="411067" y="1375225"/>
                </a:lnTo>
                <a:cubicBezTo>
                  <a:pt x="325307" y="1375225"/>
                  <a:pt x="255842" y="1067312"/>
                  <a:pt x="255842" y="687613"/>
                </a:cubicBezTo>
                <a:cubicBezTo>
                  <a:pt x="255842" y="307913"/>
                  <a:pt x="325307" y="0"/>
                  <a:pt x="41106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3" name="Freeform 112"/>
          <p:cNvSpPr/>
          <p:nvPr/>
        </p:nvSpPr>
        <p:spPr>
          <a:xfrm>
            <a:off x="7056368" y="3327887"/>
            <a:ext cx="458971" cy="2196000"/>
          </a:xfrm>
          <a:custGeom>
            <a:avLst/>
            <a:gdLst>
              <a:gd name="connsiteX0" fmla="*/ 19302 w 873382"/>
              <a:gd name="connsiteY0" fmla="*/ 0 h 2679926"/>
              <a:gd name="connsiteX1" fmla="*/ 109514 w 873382"/>
              <a:gd name="connsiteY1" fmla="*/ 1 h 2679926"/>
              <a:gd name="connsiteX2" fmla="*/ 643803 w 873382"/>
              <a:gd name="connsiteY2" fmla="*/ 487670 h 2679926"/>
              <a:gd name="connsiteX3" fmla="*/ 652675 w 873382"/>
              <a:gd name="connsiteY3" fmla="*/ 515980 h 2679926"/>
              <a:gd name="connsiteX4" fmla="*/ 668910 w 873382"/>
              <a:gd name="connsiteY4" fmla="*/ 539429 h 2679926"/>
              <a:gd name="connsiteX5" fmla="*/ 817325 w 873382"/>
              <a:gd name="connsiteY5" fmla="*/ 958579 h 2679926"/>
              <a:gd name="connsiteX6" fmla="*/ 831018 w 873382"/>
              <a:gd name="connsiteY6" fmla="*/ 1034920 h 2679926"/>
              <a:gd name="connsiteX7" fmla="*/ 841165 w 873382"/>
              <a:gd name="connsiteY7" fmla="*/ 1066966 h 2679926"/>
              <a:gd name="connsiteX8" fmla="*/ 846095 w 873382"/>
              <a:gd name="connsiteY8" fmla="*/ 1118981 h 2679926"/>
              <a:gd name="connsiteX9" fmla="*/ 860341 w 873382"/>
              <a:gd name="connsiteY9" fmla="*/ 1198394 h 2679926"/>
              <a:gd name="connsiteX10" fmla="*/ 871252 w 873382"/>
              <a:gd name="connsiteY10" fmla="*/ 1399945 h 2679926"/>
              <a:gd name="connsiteX11" fmla="*/ 868004 w 873382"/>
              <a:gd name="connsiteY11" fmla="*/ 1422395 h 2679926"/>
              <a:gd name="connsiteX12" fmla="*/ 873382 w 873382"/>
              <a:gd name="connsiteY12" fmla="*/ 1511466 h 2679926"/>
              <a:gd name="connsiteX13" fmla="*/ 858021 w 873382"/>
              <a:gd name="connsiteY13" fmla="*/ 1754626 h 2679926"/>
              <a:gd name="connsiteX14" fmla="*/ 758421 w 873382"/>
              <a:gd name="connsiteY14" fmla="*/ 2187977 h 2679926"/>
              <a:gd name="connsiteX15" fmla="*/ 729171 w 873382"/>
              <a:gd name="connsiteY15" fmla="*/ 2242655 h 2679926"/>
              <a:gd name="connsiteX16" fmla="*/ 728396 w 873382"/>
              <a:gd name="connsiteY16" fmla="*/ 2246228 h 2679926"/>
              <a:gd name="connsiteX17" fmla="*/ 619313 w 873382"/>
              <a:gd name="connsiteY17" fmla="*/ 2437556 h 2679926"/>
              <a:gd name="connsiteX18" fmla="*/ 394794 w 873382"/>
              <a:gd name="connsiteY18" fmla="*/ 2608094 h 2679926"/>
              <a:gd name="connsiteX19" fmla="*/ 387902 w 873382"/>
              <a:gd name="connsiteY19" fmla="*/ 2609352 h 2679926"/>
              <a:gd name="connsiteX20" fmla="*/ 371521 w 873382"/>
              <a:gd name="connsiteY20" fmla="*/ 2618774 h 2679926"/>
              <a:gd name="connsiteX21" fmla="*/ 279234 w 873382"/>
              <a:gd name="connsiteY21" fmla="*/ 2650824 h 2679926"/>
              <a:gd name="connsiteX22" fmla="*/ 182928 w 873382"/>
              <a:gd name="connsiteY22" fmla="*/ 2667215 h 2679926"/>
              <a:gd name="connsiteX23" fmla="*/ 175406 w 873382"/>
              <a:gd name="connsiteY23" fmla="*/ 2667071 h 2679926"/>
              <a:gd name="connsiteX24" fmla="*/ 109513 w 873382"/>
              <a:gd name="connsiteY24" fmla="*/ 2679926 h 2679926"/>
              <a:gd name="connsiteX25" fmla="*/ 0 w 873382"/>
              <a:gd name="connsiteY25" fmla="*/ 2679926 h 2679926"/>
              <a:gd name="connsiteX26" fmla="*/ 0 w 873382"/>
              <a:gd name="connsiteY26" fmla="*/ 2679923 h 2679926"/>
              <a:gd name="connsiteX27" fmla="*/ 803 w 873382"/>
              <a:gd name="connsiteY27" fmla="*/ 2679924 h 2679926"/>
              <a:gd name="connsiteX28" fmla="*/ 5935 w 873382"/>
              <a:gd name="connsiteY28" fmla="*/ 2677634 h 2679926"/>
              <a:gd name="connsiteX29" fmla="*/ 14170 w 873382"/>
              <a:gd name="connsiteY29" fmla="*/ 2677634 h 2679926"/>
              <a:gd name="connsiteX30" fmla="*/ 316661 w 873382"/>
              <a:gd name="connsiteY30" fmla="*/ 1337672 h 2679926"/>
              <a:gd name="connsiteX31" fmla="*/ 75149 w 873382"/>
              <a:gd name="connsiteY31" fmla="*/ 24936 h 267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73382" h="2679926">
                <a:moveTo>
                  <a:pt x="19302" y="0"/>
                </a:moveTo>
                <a:lnTo>
                  <a:pt x="109514" y="1"/>
                </a:lnTo>
                <a:cubicBezTo>
                  <a:pt x="324675" y="-1"/>
                  <a:pt x="516842" y="189855"/>
                  <a:pt x="643803" y="487670"/>
                </a:cubicBezTo>
                <a:lnTo>
                  <a:pt x="652675" y="515980"/>
                </a:lnTo>
                <a:lnTo>
                  <a:pt x="668910" y="539429"/>
                </a:lnTo>
                <a:cubicBezTo>
                  <a:pt x="723999" y="642688"/>
                  <a:pt x="777817" y="790570"/>
                  <a:pt x="817325" y="958579"/>
                </a:cubicBezTo>
                <a:lnTo>
                  <a:pt x="831018" y="1034920"/>
                </a:lnTo>
                <a:lnTo>
                  <a:pt x="841165" y="1066966"/>
                </a:lnTo>
                <a:lnTo>
                  <a:pt x="846095" y="1118981"/>
                </a:lnTo>
                <a:lnTo>
                  <a:pt x="860341" y="1198394"/>
                </a:lnTo>
                <a:cubicBezTo>
                  <a:pt x="869294" y="1273112"/>
                  <a:pt x="872902" y="1341453"/>
                  <a:pt x="871252" y="1399945"/>
                </a:cubicBezTo>
                <a:lnTo>
                  <a:pt x="868004" y="1422395"/>
                </a:lnTo>
                <a:lnTo>
                  <a:pt x="873382" y="1511466"/>
                </a:lnTo>
                <a:cubicBezTo>
                  <a:pt x="873013" y="1586717"/>
                  <a:pt x="868055" y="1668917"/>
                  <a:pt x="858021" y="1754626"/>
                </a:cubicBezTo>
                <a:cubicBezTo>
                  <a:pt x="837952" y="1926046"/>
                  <a:pt x="801360" y="2079105"/>
                  <a:pt x="758421" y="2187977"/>
                </a:cubicBezTo>
                <a:lnTo>
                  <a:pt x="729171" y="2242655"/>
                </a:lnTo>
                <a:lnTo>
                  <a:pt x="728396" y="2246228"/>
                </a:lnTo>
                <a:cubicBezTo>
                  <a:pt x="707304" y="2309142"/>
                  <a:pt x="670476" y="2375571"/>
                  <a:pt x="619313" y="2437556"/>
                </a:cubicBezTo>
                <a:cubicBezTo>
                  <a:pt x="551094" y="2520204"/>
                  <a:pt x="470293" y="2579331"/>
                  <a:pt x="394794" y="2608094"/>
                </a:cubicBezTo>
                <a:lnTo>
                  <a:pt x="387902" y="2609352"/>
                </a:lnTo>
                <a:lnTo>
                  <a:pt x="371521" y="2618774"/>
                </a:lnTo>
                <a:cubicBezTo>
                  <a:pt x="343832" y="2631262"/>
                  <a:pt x="312681" y="2642235"/>
                  <a:pt x="279234" y="2650824"/>
                </a:cubicBezTo>
                <a:cubicBezTo>
                  <a:pt x="245789" y="2659415"/>
                  <a:pt x="213209" y="2664813"/>
                  <a:pt x="182928" y="2667215"/>
                </a:cubicBezTo>
                <a:lnTo>
                  <a:pt x="175406" y="2667071"/>
                </a:lnTo>
                <a:lnTo>
                  <a:pt x="109513" y="2679926"/>
                </a:lnTo>
                <a:lnTo>
                  <a:pt x="0" y="2679926"/>
                </a:lnTo>
                <a:lnTo>
                  <a:pt x="0" y="2679923"/>
                </a:lnTo>
                <a:lnTo>
                  <a:pt x="803" y="2679924"/>
                </a:lnTo>
                <a:lnTo>
                  <a:pt x="5935" y="2677634"/>
                </a:lnTo>
                <a:lnTo>
                  <a:pt x="14170" y="2677634"/>
                </a:lnTo>
                <a:cubicBezTo>
                  <a:pt x="181292" y="2677632"/>
                  <a:pt x="316660" y="2077598"/>
                  <a:pt x="316661" y="1337672"/>
                </a:cubicBezTo>
                <a:cubicBezTo>
                  <a:pt x="316659" y="690235"/>
                  <a:pt x="213020" y="149903"/>
                  <a:pt x="75149" y="2493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5464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/>
          <p:cNvSpPr/>
          <p:nvPr/>
        </p:nvSpPr>
        <p:spPr>
          <a:xfrm>
            <a:off x="4362704" y="2243167"/>
            <a:ext cx="2868771" cy="3650296"/>
          </a:xfrm>
          <a:prstGeom prst="roundRect">
            <a:avLst>
              <a:gd name="adj" fmla="val 2146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6097014" y="1495071"/>
            <a:ext cx="13107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 smtClean="0"/>
              <a:t>P</a:t>
            </a:r>
            <a:r>
              <a:rPr lang="en-AU" dirty="0" smtClean="0"/>
              <a:t>rescription</a:t>
            </a:r>
          </a:p>
          <a:p>
            <a:pPr algn="ctr"/>
            <a:r>
              <a:rPr lang="en-AU" dirty="0" smtClean="0"/>
              <a:t>L</a:t>
            </a:r>
            <a:r>
              <a:rPr lang="en-AU" dirty="0" smtClean="0"/>
              <a:t>ens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034094" y="2316751"/>
            <a:ext cx="3542383" cy="3389505"/>
            <a:chOff x="2496223" y="1889061"/>
            <a:chExt cx="1128713" cy="1080000"/>
          </a:xfrm>
        </p:grpSpPr>
        <p:sp>
          <p:nvSpPr>
            <p:cNvPr id="48" name="Oval 47"/>
            <p:cNvSpPr/>
            <p:nvPr/>
          </p:nvSpPr>
          <p:spPr>
            <a:xfrm>
              <a:off x="2496223" y="1889061"/>
              <a:ext cx="1080000" cy="1080000"/>
            </a:xfrm>
            <a:prstGeom prst="ellips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3255870" y="2098017"/>
              <a:ext cx="369066" cy="692727"/>
              <a:chOff x="8677157" y="1012110"/>
              <a:chExt cx="405973" cy="692727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8677157" y="1012110"/>
                <a:ext cx="405973" cy="692727"/>
              </a:xfrm>
              <a:prstGeom prst="ellipse">
                <a:avLst/>
              </a:prstGeom>
              <a:solidFill>
                <a:srgbClr val="6323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3" name="Flowchart: Stored Data 22"/>
              <p:cNvSpPr/>
              <p:nvPr/>
            </p:nvSpPr>
            <p:spPr>
              <a:xfrm rot="502426">
                <a:off x="8747230" y="1148816"/>
                <a:ext cx="103232" cy="274556"/>
              </a:xfrm>
              <a:prstGeom prst="flowChartOnlineStorag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8986686" y="1307228"/>
                <a:ext cx="56291" cy="87251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47" name="Rectangle 46"/>
            <p:cNvSpPr/>
            <p:nvPr/>
          </p:nvSpPr>
          <p:spPr>
            <a:xfrm>
              <a:off x="2941050" y="1963036"/>
              <a:ext cx="161954" cy="1176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AU" dirty="0" smtClean="0"/>
                <a:t>Eye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6607777" y="629537"/>
            <a:ext cx="9921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dirty="0" smtClean="0"/>
              <a:t>Ancillary</a:t>
            </a:r>
          </a:p>
          <a:p>
            <a:pPr algn="ctr"/>
            <a:r>
              <a:rPr lang="en-AU" dirty="0" smtClean="0"/>
              <a:t>optics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21149" y="1536598"/>
            <a:ext cx="899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Eye box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84485" y="5263667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Exit pupil</a:t>
            </a:r>
          </a:p>
        </p:txBody>
      </p:sp>
      <p:cxnSp>
        <p:nvCxnSpPr>
          <p:cNvPr id="73" name="Straight Arrow Connector 72"/>
          <p:cNvCxnSpPr/>
          <p:nvPr/>
        </p:nvCxnSpPr>
        <p:spPr>
          <a:xfrm flipH="1">
            <a:off x="5978896" y="4754645"/>
            <a:ext cx="7321" cy="587281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5275598" y="3600692"/>
            <a:ext cx="210830" cy="840489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6" name="Oval 75"/>
          <p:cNvSpPr/>
          <p:nvPr/>
        </p:nvSpPr>
        <p:spPr>
          <a:xfrm>
            <a:off x="5535161" y="3358860"/>
            <a:ext cx="263538" cy="1317690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7" name="Oval 76"/>
          <p:cNvSpPr/>
          <p:nvPr/>
        </p:nvSpPr>
        <p:spPr>
          <a:xfrm>
            <a:off x="5838712" y="3163553"/>
            <a:ext cx="316246" cy="1792059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Oval 50"/>
          <p:cNvSpPr/>
          <p:nvPr/>
        </p:nvSpPr>
        <p:spPr>
          <a:xfrm>
            <a:off x="6198711" y="2922914"/>
            <a:ext cx="368953" cy="2266427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5" name="Oval 54"/>
          <p:cNvSpPr/>
          <p:nvPr/>
        </p:nvSpPr>
        <p:spPr>
          <a:xfrm>
            <a:off x="6622175" y="2684741"/>
            <a:ext cx="421661" cy="2740795"/>
          </a:xfrm>
          <a:prstGeom prst="ellips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5199929" y="1916740"/>
            <a:ext cx="29986" cy="648000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531644" y="1057728"/>
            <a:ext cx="11581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Collimator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05895" y="1420224"/>
            <a:ext cx="1226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Waveguide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23576" y="5504113"/>
            <a:ext cx="13805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/>
              <a:t>Microdisplay</a:t>
            </a:r>
          </a:p>
        </p:txBody>
      </p:sp>
      <p:grpSp>
        <p:nvGrpSpPr>
          <p:cNvPr id="93" name="Group 92"/>
          <p:cNvGrpSpPr/>
          <p:nvPr/>
        </p:nvGrpSpPr>
        <p:grpSpPr>
          <a:xfrm>
            <a:off x="6905305" y="2485692"/>
            <a:ext cx="1250153" cy="3217213"/>
            <a:chOff x="9636164" y="2456778"/>
            <a:chExt cx="1250153" cy="3217213"/>
          </a:xfrm>
        </p:grpSpPr>
        <p:sp>
          <p:nvSpPr>
            <p:cNvPr id="111" name="Freeform 110"/>
            <p:cNvSpPr/>
            <p:nvPr/>
          </p:nvSpPr>
          <p:spPr>
            <a:xfrm>
              <a:off x="10195089" y="2458827"/>
              <a:ext cx="691228" cy="3215164"/>
            </a:xfrm>
            <a:custGeom>
              <a:avLst/>
              <a:gdLst>
                <a:gd name="connsiteX0" fmla="*/ 0 w 691228"/>
                <a:gd name="connsiteY0" fmla="*/ 0 h 3215164"/>
                <a:gd name="connsiteX1" fmla="*/ 189499 w 691228"/>
                <a:gd name="connsiteY1" fmla="*/ 0 h 3215164"/>
                <a:gd name="connsiteX2" fmla="*/ 223249 w 691228"/>
                <a:gd name="connsiteY2" fmla="*/ 0 h 3215164"/>
                <a:gd name="connsiteX3" fmla="*/ 229689 w 691228"/>
                <a:gd name="connsiteY3" fmla="*/ 0 h 3215164"/>
                <a:gd name="connsiteX4" fmla="*/ 229689 w 691228"/>
                <a:gd name="connsiteY4" fmla="*/ 1617 h 3215164"/>
                <a:gd name="connsiteX5" fmla="*/ 313678 w 691228"/>
                <a:gd name="connsiteY5" fmla="*/ 30396 h 3215164"/>
                <a:gd name="connsiteX6" fmla="*/ 691228 w 691228"/>
                <a:gd name="connsiteY6" fmla="*/ 1605315 h 3215164"/>
                <a:gd name="connsiteX7" fmla="*/ 313678 w 691228"/>
                <a:gd name="connsiteY7" fmla="*/ 3180228 h 3215164"/>
                <a:gd name="connsiteX8" fmla="*/ 229689 w 691228"/>
                <a:gd name="connsiteY8" fmla="*/ 3209009 h 3215164"/>
                <a:gd name="connsiteX9" fmla="*/ 229689 w 691228"/>
                <a:gd name="connsiteY9" fmla="*/ 3215164 h 3215164"/>
                <a:gd name="connsiteX10" fmla="*/ 223249 w 691228"/>
                <a:gd name="connsiteY10" fmla="*/ 3215164 h 3215164"/>
                <a:gd name="connsiteX11" fmla="*/ 189118 w 691228"/>
                <a:gd name="connsiteY11" fmla="*/ 3215164 h 3215164"/>
                <a:gd name="connsiteX12" fmla="*/ 144258 w 691228"/>
                <a:gd name="connsiteY12" fmla="*/ 3215164 h 3215164"/>
                <a:gd name="connsiteX13" fmla="*/ 34328 w 691228"/>
                <a:gd name="connsiteY13" fmla="*/ 3215164 h 3215164"/>
                <a:gd name="connsiteX14" fmla="*/ 0 w 691228"/>
                <a:gd name="connsiteY14" fmla="*/ 3215164 h 3215164"/>
                <a:gd name="connsiteX15" fmla="*/ 0 w 691228"/>
                <a:gd name="connsiteY15" fmla="*/ 3208125 h 3215164"/>
                <a:gd name="connsiteX16" fmla="*/ 81410 w 691228"/>
                <a:gd name="connsiteY16" fmla="*/ 3180228 h 3215164"/>
                <a:gd name="connsiteX17" fmla="*/ 458960 w 691228"/>
                <a:gd name="connsiteY17" fmla="*/ 1605315 h 3215164"/>
                <a:gd name="connsiteX18" fmla="*/ 81410 w 691228"/>
                <a:gd name="connsiteY18" fmla="*/ 30396 h 3215164"/>
                <a:gd name="connsiteX19" fmla="*/ 0 w 691228"/>
                <a:gd name="connsiteY19" fmla="*/ 2500 h 321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91228" h="3215164">
                  <a:moveTo>
                    <a:pt x="0" y="0"/>
                  </a:moveTo>
                  <a:lnTo>
                    <a:pt x="189499" y="0"/>
                  </a:lnTo>
                  <a:lnTo>
                    <a:pt x="223249" y="0"/>
                  </a:lnTo>
                  <a:lnTo>
                    <a:pt x="229689" y="0"/>
                  </a:lnTo>
                  <a:lnTo>
                    <a:pt x="229689" y="1617"/>
                  </a:lnTo>
                  <a:lnTo>
                    <a:pt x="313678" y="30396"/>
                  </a:lnTo>
                  <a:cubicBezTo>
                    <a:pt x="529206" y="180321"/>
                    <a:pt x="691228" y="828569"/>
                    <a:pt x="691228" y="1605315"/>
                  </a:cubicBezTo>
                  <a:cubicBezTo>
                    <a:pt x="691228" y="2382056"/>
                    <a:pt x="529206" y="3030303"/>
                    <a:pt x="313678" y="3180228"/>
                  </a:cubicBezTo>
                  <a:lnTo>
                    <a:pt x="229689" y="3209009"/>
                  </a:lnTo>
                  <a:lnTo>
                    <a:pt x="229689" y="3215164"/>
                  </a:lnTo>
                  <a:lnTo>
                    <a:pt x="223249" y="3215164"/>
                  </a:lnTo>
                  <a:lnTo>
                    <a:pt x="189118" y="3215164"/>
                  </a:lnTo>
                  <a:lnTo>
                    <a:pt x="144258" y="3215164"/>
                  </a:lnTo>
                  <a:lnTo>
                    <a:pt x="34328" y="3215164"/>
                  </a:lnTo>
                  <a:lnTo>
                    <a:pt x="0" y="3215164"/>
                  </a:lnTo>
                  <a:lnTo>
                    <a:pt x="0" y="3208125"/>
                  </a:lnTo>
                  <a:lnTo>
                    <a:pt x="81410" y="3180228"/>
                  </a:lnTo>
                  <a:cubicBezTo>
                    <a:pt x="296938" y="3030303"/>
                    <a:pt x="458960" y="2382056"/>
                    <a:pt x="458960" y="1605315"/>
                  </a:cubicBezTo>
                  <a:cubicBezTo>
                    <a:pt x="458960" y="828569"/>
                    <a:pt x="296938" y="180321"/>
                    <a:pt x="81410" y="30396"/>
                  </a:cubicBezTo>
                  <a:lnTo>
                    <a:pt x="0" y="250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7" name="Freeform 96"/>
            <p:cNvSpPr/>
            <p:nvPr/>
          </p:nvSpPr>
          <p:spPr>
            <a:xfrm flipH="1">
              <a:off x="10008458" y="2457446"/>
              <a:ext cx="656900" cy="3215164"/>
            </a:xfrm>
            <a:custGeom>
              <a:avLst/>
              <a:gdLst>
                <a:gd name="connsiteX0" fmla="*/ 656899 w 656900"/>
                <a:gd name="connsiteY0" fmla="*/ 3215162 h 3215164"/>
                <a:gd name="connsiteX1" fmla="*/ 546970 w 656900"/>
                <a:gd name="connsiteY1" fmla="*/ 3215162 h 3215164"/>
                <a:gd name="connsiteX2" fmla="*/ 546970 w 656900"/>
                <a:gd name="connsiteY2" fmla="*/ 3215164 h 3215164"/>
                <a:gd name="connsiteX3" fmla="*/ 656900 w 656900"/>
                <a:gd name="connsiteY3" fmla="*/ 3215164 h 3215164"/>
                <a:gd name="connsiteX4" fmla="*/ 501729 w 656900"/>
                <a:gd name="connsiteY4" fmla="*/ 0 h 3215164"/>
                <a:gd name="connsiteX5" fmla="*/ 467979 w 656900"/>
                <a:gd name="connsiteY5" fmla="*/ 0 h 3215164"/>
                <a:gd name="connsiteX6" fmla="*/ 464733 w 656900"/>
                <a:gd name="connsiteY6" fmla="*/ 13918 h 3215164"/>
                <a:gd name="connsiteX7" fmla="*/ 464733 w 656900"/>
                <a:gd name="connsiteY7" fmla="*/ 522 h 3215164"/>
                <a:gd name="connsiteX8" fmla="*/ 377550 w 656900"/>
                <a:gd name="connsiteY8" fmla="*/ 30396 h 3215164"/>
                <a:gd name="connsiteX9" fmla="*/ 0 w 656900"/>
                <a:gd name="connsiteY9" fmla="*/ 1605315 h 3215164"/>
                <a:gd name="connsiteX10" fmla="*/ 377550 w 656900"/>
                <a:gd name="connsiteY10" fmla="*/ 3180228 h 3215164"/>
                <a:gd name="connsiteX11" fmla="*/ 464733 w 656900"/>
                <a:gd name="connsiteY11" fmla="*/ 3210103 h 3215164"/>
                <a:gd name="connsiteX12" fmla="*/ 464733 w 656900"/>
                <a:gd name="connsiteY12" fmla="*/ 3201247 h 3215164"/>
                <a:gd name="connsiteX13" fmla="*/ 467979 w 656900"/>
                <a:gd name="connsiteY13" fmla="*/ 3215164 h 3215164"/>
                <a:gd name="connsiteX14" fmla="*/ 502110 w 656900"/>
                <a:gd name="connsiteY14" fmla="*/ 3215164 h 3215164"/>
                <a:gd name="connsiteX15" fmla="*/ 494627 w 656900"/>
                <a:gd name="connsiteY15" fmla="*/ 3183082 h 3215164"/>
                <a:gd name="connsiteX16" fmla="*/ 464453 w 656900"/>
                <a:gd name="connsiteY16" fmla="*/ 1608167 h 3215164"/>
                <a:gd name="connsiteX17" fmla="*/ 494627 w 656900"/>
                <a:gd name="connsiteY17" fmla="*/ 33250 h 3215164"/>
                <a:gd name="connsiteX18" fmla="*/ 496759 w 656900"/>
                <a:gd name="connsiteY18" fmla="*/ 24108 h 3215164"/>
                <a:gd name="connsiteX19" fmla="*/ 497095 w 656900"/>
                <a:gd name="connsiteY19" fmla="*/ 19869 h 321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56900" h="3215164">
                  <a:moveTo>
                    <a:pt x="656899" y="3215162"/>
                  </a:moveTo>
                  <a:lnTo>
                    <a:pt x="546970" y="3215162"/>
                  </a:lnTo>
                  <a:lnTo>
                    <a:pt x="546970" y="3215164"/>
                  </a:lnTo>
                  <a:lnTo>
                    <a:pt x="656900" y="3215164"/>
                  </a:lnTo>
                  <a:close/>
                  <a:moveTo>
                    <a:pt x="501729" y="0"/>
                  </a:moveTo>
                  <a:lnTo>
                    <a:pt x="467979" y="0"/>
                  </a:lnTo>
                  <a:lnTo>
                    <a:pt x="464733" y="13918"/>
                  </a:lnTo>
                  <a:lnTo>
                    <a:pt x="464733" y="522"/>
                  </a:lnTo>
                  <a:lnTo>
                    <a:pt x="377550" y="30396"/>
                  </a:lnTo>
                  <a:cubicBezTo>
                    <a:pt x="162022" y="180321"/>
                    <a:pt x="0" y="828569"/>
                    <a:pt x="0" y="1605315"/>
                  </a:cubicBezTo>
                  <a:cubicBezTo>
                    <a:pt x="0" y="2382056"/>
                    <a:pt x="162022" y="3030303"/>
                    <a:pt x="377550" y="3180228"/>
                  </a:cubicBezTo>
                  <a:lnTo>
                    <a:pt x="464733" y="3210103"/>
                  </a:lnTo>
                  <a:lnTo>
                    <a:pt x="464733" y="3201247"/>
                  </a:lnTo>
                  <a:lnTo>
                    <a:pt x="467979" y="3215164"/>
                  </a:lnTo>
                  <a:lnTo>
                    <a:pt x="502110" y="3215164"/>
                  </a:lnTo>
                  <a:lnTo>
                    <a:pt x="494627" y="3183082"/>
                  </a:lnTo>
                  <a:cubicBezTo>
                    <a:pt x="477402" y="3033157"/>
                    <a:pt x="464453" y="2384910"/>
                    <a:pt x="464453" y="1608167"/>
                  </a:cubicBezTo>
                  <a:cubicBezTo>
                    <a:pt x="464453" y="831423"/>
                    <a:pt x="477402" y="183175"/>
                    <a:pt x="494627" y="33250"/>
                  </a:cubicBezTo>
                  <a:lnTo>
                    <a:pt x="496759" y="24108"/>
                  </a:lnTo>
                  <a:lnTo>
                    <a:pt x="497095" y="1986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2" name="Freeform 101"/>
            <p:cNvSpPr/>
            <p:nvPr/>
          </p:nvSpPr>
          <p:spPr>
            <a:xfrm flipH="1">
              <a:off x="9882920" y="2457180"/>
              <a:ext cx="319369" cy="3216234"/>
            </a:xfrm>
            <a:custGeom>
              <a:avLst/>
              <a:gdLst>
                <a:gd name="connsiteX0" fmla="*/ 68655 w 319369"/>
                <a:gd name="connsiteY0" fmla="*/ 12649 h 3216234"/>
                <a:gd name="connsiteX1" fmla="*/ 65984 w 319369"/>
                <a:gd name="connsiteY1" fmla="*/ 35589 h 3216234"/>
                <a:gd name="connsiteX2" fmla="*/ 66909 w 319369"/>
                <a:gd name="connsiteY2" fmla="*/ 20135 h 3216234"/>
                <a:gd name="connsiteX3" fmla="*/ 129210 w 319369"/>
                <a:gd name="connsiteY3" fmla="*/ 10632 h 3216234"/>
                <a:gd name="connsiteX4" fmla="*/ 125532 w 319369"/>
                <a:gd name="connsiteY4" fmla="*/ 42214 h 3216234"/>
                <a:gd name="connsiteX5" fmla="*/ 126806 w 319369"/>
                <a:gd name="connsiteY5" fmla="*/ 20939 h 3216234"/>
                <a:gd name="connsiteX6" fmla="*/ 164198 w 319369"/>
                <a:gd name="connsiteY6" fmla="*/ 0 h 3216234"/>
                <a:gd name="connsiteX7" fmla="*/ 130448 w 319369"/>
                <a:gd name="connsiteY7" fmla="*/ 0 h 3216234"/>
                <a:gd name="connsiteX8" fmla="*/ 130323 w 319369"/>
                <a:gd name="connsiteY8" fmla="*/ 1070 h 3216234"/>
                <a:gd name="connsiteX9" fmla="*/ 103697 w 319369"/>
                <a:gd name="connsiteY9" fmla="*/ 1070 h 3216234"/>
                <a:gd name="connsiteX10" fmla="*/ 103810 w 319369"/>
                <a:gd name="connsiteY10" fmla="*/ 584 h 3216234"/>
                <a:gd name="connsiteX11" fmla="*/ 71469 w 319369"/>
                <a:gd name="connsiteY11" fmla="*/ 584 h 3216234"/>
                <a:gd name="connsiteX12" fmla="*/ 71543 w 319369"/>
                <a:gd name="connsiteY12" fmla="*/ 266 h 3216234"/>
                <a:gd name="connsiteX13" fmla="*/ 37793 w 319369"/>
                <a:gd name="connsiteY13" fmla="*/ 266 h 3216234"/>
                <a:gd name="connsiteX14" fmla="*/ 0 w 319369"/>
                <a:gd name="connsiteY14" fmla="*/ 1607849 h 3216234"/>
                <a:gd name="connsiteX15" fmla="*/ 37793 w 319369"/>
                <a:gd name="connsiteY15" fmla="*/ 3215430 h 3216234"/>
                <a:gd name="connsiteX16" fmla="*/ 70023 w 319369"/>
                <a:gd name="connsiteY16" fmla="*/ 3215430 h 3216234"/>
                <a:gd name="connsiteX17" fmla="*/ 70060 w 319369"/>
                <a:gd name="connsiteY17" fmla="*/ 3215748 h 3216234"/>
                <a:gd name="connsiteX18" fmla="*/ 97633 w 319369"/>
                <a:gd name="connsiteY18" fmla="*/ 3215748 h 3216234"/>
                <a:gd name="connsiteX19" fmla="*/ 97690 w 319369"/>
                <a:gd name="connsiteY19" fmla="*/ 3216234 h 3216234"/>
                <a:gd name="connsiteX20" fmla="*/ 286611 w 319369"/>
                <a:gd name="connsiteY20" fmla="*/ 3216234 h 3216234"/>
                <a:gd name="connsiteX21" fmla="*/ 286610 w 319369"/>
                <a:gd name="connsiteY21" fmla="*/ 3216232 h 3216234"/>
                <a:gd name="connsiteX22" fmla="*/ 142550 w 319369"/>
                <a:gd name="connsiteY22" fmla="*/ 3216232 h 3216234"/>
                <a:gd name="connsiteX23" fmla="*/ 142437 w 319369"/>
                <a:gd name="connsiteY23" fmla="*/ 3215748 h 3216234"/>
                <a:gd name="connsiteX24" fmla="*/ 258981 w 319369"/>
                <a:gd name="connsiteY24" fmla="*/ 3215748 h 3216234"/>
                <a:gd name="connsiteX25" fmla="*/ 258980 w 319369"/>
                <a:gd name="connsiteY25" fmla="*/ 3215746 h 3216234"/>
                <a:gd name="connsiteX26" fmla="*/ 142437 w 319369"/>
                <a:gd name="connsiteY26" fmla="*/ 3215746 h 3216234"/>
                <a:gd name="connsiteX27" fmla="*/ 142363 w 319369"/>
                <a:gd name="connsiteY27" fmla="*/ 3215430 h 3216234"/>
                <a:gd name="connsiteX28" fmla="*/ 226714 w 319369"/>
                <a:gd name="connsiteY28" fmla="*/ 3215430 h 3216234"/>
                <a:gd name="connsiteX29" fmla="*/ 226713 w 319369"/>
                <a:gd name="connsiteY29" fmla="*/ 3215428 h 3216234"/>
                <a:gd name="connsiteX30" fmla="*/ 142362 w 319369"/>
                <a:gd name="connsiteY30" fmla="*/ 3215428 h 3216234"/>
                <a:gd name="connsiteX31" fmla="*/ 142301 w 319369"/>
                <a:gd name="connsiteY31" fmla="*/ 3215164 h 3216234"/>
                <a:gd name="connsiteX32" fmla="*/ 319369 w 319369"/>
                <a:gd name="connsiteY32" fmla="*/ 3215164 h 3216234"/>
                <a:gd name="connsiteX33" fmla="*/ 319368 w 319369"/>
                <a:gd name="connsiteY33" fmla="*/ 3215162 h 3216234"/>
                <a:gd name="connsiteX34" fmla="*/ 175308 w 319369"/>
                <a:gd name="connsiteY34" fmla="*/ 3215162 h 3216234"/>
                <a:gd name="connsiteX35" fmla="*/ 172324 w 319369"/>
                <a:gd name="connsiteY35" fmla="*/ 3202367 h 3216234"/>
                <a:gd name="connsiteX36" fmla="*/ 167183 w 319369"/>
                <a:gd name="connsiteY36" fmla="*/ 3202367 h 3216234"/>
                <a:gd name="connsiteX37" fmla="*/ 129389 w 319369"/>
                <a:gd name="connsiteY37" fmla="*/ 1594787 h 3216234"/>
                <a:gd name="connsiteX38" fmla="*/ 159564 w 319369"/>
                <a:gd name="connsiteY38" fmla="*/ 19869 h 321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19369" h="3216234">
                  <a:moveTo>
                    <a:pt x="68655" y="12649"/>
                  </a:moveTo>
                  <a:lnTo>
                    <a:pt x="65984" y="35589"/>
                  </a:lnTo>
                  <a:lnTo>
                    <a:pt x="66909" y="20135"/>
                  </a:lnTo>
                  <a:close/>
                  <a:moveTo>
                    <a:pt x="129210" y="10632"/>
                  </a:moveTo>
                  <a:lnTo>
                    <a:pt x="125532" y="42214"/>
                  </a:lnTo>
                  <a:lnTo>
                    <a:pt x="126806" y="20939"/>
                  </a:lnTo>
                  <a:close/>
                  <a:moveTo>
                    <a:pt x="164198" y="0"/>
                  </a:moveTo>
                  <a:lnTo>
                    <a:pt x="130448" y="0"/>
                  </a:lnTo>
                  <a:lnTo>
                    <a:pt x="130323" y="1070"/>
                  </a:lnTo>
                  <a:lnTo>
                    <a:pt x="103697" y="1070"/>
                  </a:lnTo>
                  <a:lnTo>
                    <a:pt x="103810" y="584"/>
                  </a:lnTo>
                  <a:lnTo>
                    <a:pt x="71469" y="584"/>
                  </a:lnTo>
                  <a:lnTo>
                    <a:pt x="71543" y="266"/>
                  </a:lnTo>
                  <a:lnTo>
                    <a:pt x="37793" y="266"/>
                  </a:lnTo>
                  <a:cubicBezTo>
                    <a:pt x="16913" y="266"/>
                    <a:pt x="0" y="720142"/>
                    <a:pt x="0" y="1607849"/>
                  </a:cubicBezTo>
                  <a:cubicBezTo>
                    <a:pt x="0" y="2495555"/>
                    <a:pt x="16913" y="3215430"/>
                    <a:pt x="37793" y="3215430"/>
                  </a:cubicBezTo>
                  <a:lnTo>
                    <a:pt x="70023" y="3215430"/>
                  </a:lnTo>
                  <a:lnTo>
                    <a:pt x="70060" y="3215748"/>
                  </a:lnTo>
                  <a:lnTo>
                    <a:pt x="97633" y="3215748"/>
                  </a:lnTo>
                  <a:lnTo>
                    <a:pt x="97690" y="3216234"/>
                  </a:lnTo>
                  <a:lnTo>
                    <a:pt x="286611" y="3216234"/>
                  </a:lnTo>
                  <a:lnTo>
                    <a:pt x="286610" y="3216232"/>
                  </a:lnTo>
                  <a:lnTo>
                    <a:pt x="142550" y="3216232"/>
                  </a:lnTo>
                  <a:lnTo>
                    <a:pt x="142437" y="3215748"/>
                  </a:lnTo>
                  <a:lnTo>
                    <a:pt x="258981" y="3215748"/>
                  </a:lnTo>
                  <a:lnTo>
                    <a:pt x="258980" y="3215746"/>
                  </a:lnTo>
                  <a:lnTo>
                    <a:pt x="142437" y="3215746"/>
                  </a:lnTo>
                  <a:lnTo>
                    <a:pt x="142363" y="3215430"/>
                  </a:lnTo>
                  <a:lnTo>
                    <a:pt x="226714" y="3215430"/>
                  </a:lnTo>
                  <a:lnTo>
                    <a:pt x="226713" y="3215428"/>
                  </a:lnTo>
                  <a:lnTo>
                    <a:pt x="142362" y="3215428"/>
                  </a:lnTo>
                  <a:lnTo>
                    <a:pt x="142301" y="3215164"/>
                  </a:lnTo>
                  <a:lnTo>
                    <a:pt x="319369" y="3215164"/>
                  </a:lnTo>
                  <a:lnTo>
                    <a:pt x="319368" y="3215162"/>
                  </a:lnTo>
                  <a:lnTo>
                    <a:pt x="175308" y="3215162"/>
                  </a:lnTo>
                  <a:lnTo>
                    <a:pt x="172324" y="3202367"/>
                  </a:lnTo>
                  <a:lnTo>
                    <a:pt x="167183" y="3202367"/>
                  </a:lnTo>
                  <a:cubicBezTo>
                    <a:pt x="146302" y="3202367"/>
                    <a:pt x="129389" y="2482492"/>
                    <a:pt x="129389" y="1594787"/>
                  </a:cubicBezTo>
                  <a:cubicBezTo>
                    <a:pt x="129389" y="818043"/>
                    <a:pt x="142338" y="169795"/>
                    <a:pt x="159564" y="19869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5" name="Freeform 104"/>
            <p:cNvSpPr/>
            <p:nvPr/>
          </p:nvSpPr>
          <p:spPr>
            <a:xfrm flipH="1">
              <a:off x="9636164" y="2456778"/>
              <a:ext cx="442747" cy="3216234"/>
            </a:xfrm>
            <a:custGeom>
              <a:avLst/>
              <a:gdLst>
                <a:gd name="connsiteX0" fmla="*/ 221011 w 442747"/>
                <a:gd name="connsiteY0" fmla="*/ 3215748 h 3216234"/>
                <a:gd name="connsiteX1" fmla="*/ 221068 w 442747"/>
                <a:gd name="connsiteY1" fmla="*/ 3216232 h 3216234"/>
                <a:gd name="connsiteX2" fmla="*/ 142550 w 442747"/>
                <a:gd name="connsiteY2" fmla="*/ 3216232 h 3216234"/>
                <a:gd name="connsiteX3" fmla="*/ 142437 w 442747"/>
                <a:gd name="connsiteY3" fmla="*/ 3215748 h 3216234"/>
                <a:gd name="connsiteX4" fmla="*/ 193438 w 442747"/>
                <a:gd name="connsiteY4" fmla="*/ 3215748 h 3216234"/>
                <a:gd name="connsiteX5" fmla="*/ 193401 w 442747"/>
                <a:gd name="connsiteY5" fmla="*/ 3215430 h 3216234"/>
                <a:gd name="connsiteX6" fmla="*/ 193438 w 442747"/>
                <a:gd name="connsiteY6" fmla="*/ 3215746 h 3216234"/>
                <a:gd name="connsiteX7" fmla="*/ 142437 w 442747"/>
                <a:gd name="connsiteY7" fmla="*/ 3215746 h 3216234"/>
                <a:gd name="connsiteX8" fmla="*/ 142363 w 442747"/>
                <a:gd name="connsiteY8" fmla="*/ 3215430 h 3216234"/>
                <a:gd name="connsiteX9" fmla="*/ 161171 w 442747"/>
                <a:gd name="connsiteY9" fmla="*/ 3215430 h 3216234"/>
                <a:gd name="connsiteX10" fmla="*/ 161109 w 442747"/>
                <a:gd name="connsiteY10" fmla="*/ 3215164 h 3216234"/>
                <a:gd name="connsiteX11" fmla="*/ 161171 w 442747"/>
                <a:gd name="connsiteY11" fmla="*/ 3215428 h 3216234"/>
                <a:gd name="connsiteX12" fmla="*/ 142362 w 442747"/>
                <a:gd name="connsiteY12" fmla="*/ 3215428 h 3216234"/>
                <a:gd name="connsiteX13" fmla="*/ 142301 w 442747"/>
                <a:gd name="connsiteY13" fmla="*/ 3215164 h 3216234"/>
                <a:gd name="connsiteX14" fmla="*/ 68655 w 442747"/>
                <a:gd name="connsiteY14" fmla="*/ 12649 h 3216234"/>
                <a:gd name="connsiteX15" fmla="*/ 65984 w 442747"/>
                <a:gd name="connsiteY15" fmla="*/ 35589 h 3216234"/>
                <a:gd name="connsiteX16" fmla="*/ 66909 w 442747"/>
                <a:gd name="connsiteY16" fmla="*/ 20135 h 3216234"/>
                <a:gd name="connsiteX17" fmla="*/ 192033 w 442747"/>
                <a:gd name="connsiteY17" fmla="*/ 12649 h 3216234"/>
                <a:gd name="connsiteX18" fmla="*/ 189362 w 442747"/>
                <a:gd name="connsiteY18" fmla="*/ 35589 h 3216234"/>
                <a:gd name="connsiteX19" fmla="*/ 190287 w 442747"/>
                <a:gd name="connsiteY19" fmla="*/ 20135 h 3216234"/>
                <a:gd name="connsiteX20" fmla="*/ 129210 w 442747"/>
                <a:gd name="connsiteY20" fmla="*/ 10632 h 3216234"/>
                <a:gd name="connsiteX21" fmla="*/ 125532 w 442747"/>
                <a:gd name="connsiteY21" fmla="*/ 42214 h 3216234"/>
                <a:gd name="connsiteX22" fmla="*/ 126806 w 442747"/>
                <a:gd name="connsiteY22" fmla="*/ 20939 h 3216234"/>
                <a:gd name="connsiteX23" fmla="*/ 252588 w 442747"/>
                <a:gd name="connsiteY23" fmla="*/ 10632 h 3216234"/>
                <a:gd name="connsiteX24" fmla="*/ 248910 w 442747"/>
                <a:gd name="connsiteY24" fmla="*/ 42214 h 3216234"/>
                <a:gd name="connsiteX25" fmla="*/ 250184 w 442747"/>
                <a:gd name="connsiteY25" fmla="*/ 20939 h 3216234"/>
                <a:gd name="connsiteX26" fmla="*/ 287576 w 442747"/>
                <a:gd name="connsiteY26" fmla="*/ 0 h 3216234"/>
                <a:gd name="connsiteX27" fmla="*/ 253826 w 442747"/>
                <a:gd name="connsiteY27" fmla="*/ 0 h 3216234"/>
                <a:gd name="connsiteX28" fmla="*/ 253701 w 442747"/>
                <a:gd name="connsiteY28" fmla="*/ 1070 h 3216234"/>
                <a:gd name="connsiteX29" fmla="*/ 227075 w 442747"/>
                <a:gd name="connsiteY29" fmla="*/ 1070 h 3216234"/>
                <a:gd name="connsiteX30" fmla="*/ 227188 w 442747"/>
                <a:gd name="connsiteY30" fmla="*/ 584 h 3216234"/>
                <a:gd name="connsiteX31" fmla="*/ 194847 w 442747"/>
                <a:gd name="connsiteY31" fmla="*/ 584 h 3216234"/>
                <a:gd name="connsiteX32" fmla="*/ 194921 w 442747"/>
                <a:gd name="connsiteY32" fmla="*/ 266 h 3216234"/>
                <a:gd name="connsiteX33" fmla="*/ 164136 w 442747"/>
                <a:gd name="connsiteY33" fmla="*/ 266 h 3216234"/>
                <a:gd name="connsiteX34" fmla="*/ 164198 w 442747"/>
                <a:gd name="connsiteY34" fmla="*/ 0 h 3216234"/>
                <a:gd name="connsiteX35" fmla="*/ 130448 w 442747"/>
                <a:gd name="connsiteY35" fmla="*/ 0 h 3216234"/>
                <a:gd name="connsiteX36" fmla="*/ 130323 w 442747"/>
                <a:gd name="connsiteY36" fmla="*/ 1070 h 3216234"/>
                <a:gd name="connsiteX37" fmla="*/ 103697 w 442747"/>
                <a:gd name="connsiteY37" fmla="*/ 1070 h 3216234"/>
                <a:gd name="connsiteX38" fmla="*/ 103810 w 442747"/>
                <a:gd name="connsiteY38" fmla="*/ 584 h 3216234"/>
                <a:gd name="connsiteX39" fmla="*/ 71469 w 442747"/>
                <a:gd name="connsiteY39" fmla="*/ 584 h 3216234"/>
                <a:gd name="connsiteX40" fmla="*/ 71543 w 442747"/>
                <a:gd name="connsiteY40" fmla="*/ 266 h 3216234"/>
                <a:gd name="connsiteX41" fmla="*/ 37793 w 442747"/>
                <a:gd name="connsiteY41" fmla="*/ 266 h 3216234"/>
                <a:gd name="connsiteX42" fmla="*/ 0 w 442747"/>
                <a:gd name="connsiteY42" fmla="*/ 1607849 h 3216234"/>
                <a:gd name="connsiteX43" fmla="*/ 37793 w 442747"/>
                <a:gd name="connsiteY43" fmla="*/ 3215430 h 3216234"/>
                <a:gd name="connsiteX44" fmla="*/ 70023 w 442747"/>
                <a:gd name="connsiteY44" fmla="*/ 3215430 h 3216234"/>
                <a:gd name="connsiteX45" fmla="*/ 70060 w 442747"/>
                <a:gd name="connsiteY45" fmla="*/ 3215748 h 3216234"/>
                <a:gd name="connsiteX46" fmla="*/ 97633 w 442747"/>
                <a:gd name="connsiteY46" fmla="*/ 3215748 h 3216234"/>
                <a:gd name="connsiteX47" fmla="*/ 97690 w 442747"/>
                <a:gd name="connsiteY47" fmla="*/ 3216234 h 3216234"/>
                <a:gd name="connsiteX48" fmla="*/ 221068 w 442747"/>
                <a:gd name="connsiteY48" fmla="*/ 3216234 h 3216234"/>
                <a:gd name="connsiteX49" fmla="*/ 286611 w 442747"/>
                <a:gd name="connsiteY49" fmla="*/ 3216234 h 3216234"/>
                <a:gd name="connsiteX50" fmla="*/ 409989 w 442747"/>
                <a:gd name="connsiteY50" fmla="*/ 3216234 h 3216234"/>
                <a:gd name="connsiteX51" fmla="*/ 409988 w 442747"/>
                <a:gd name="connsiteY51" fmla="*/ 3216232 h 3216234"/>
                <a:gd name="connsiteX52" fmla="*/ 286610 w 442747"/>
                <a:gd name="connsiteY52" fmla="*/ 3216232 h 3216234"/>
                <a:gd name="connsiteX53" fmla="*/ 265928 w 442747"/>
                <a:gd name="connsiteY53" fmla="*/ 3216232 h 3216234"/>
                <a:gd name="connsiteX54" fmla="*/ 265815 w 442747"/>
                <a:gd name="connsiteY54" fmla="*/ 3215748 h 3216234"/>
                <a:gd name="connsiteX55" fmla="*/ 382359 w 442747"/>
                <a:gd name="connsiteY55" fmla="*/ 3215748 h 3216234"/>
                <a:gd name="connsiteX56" fmla="*/ 382358 w 442747"/>
                <a:gd name="connsiteY56" fmla="*/ 3215746 h 3216234"/>
                <a:gd name="connsiteX57" fmla="*/ 265815 w 442747"/>
                <a:gd name="connsiteY57" fmla="*/ 3215746 h 3216234"/>
                <a:gd name="connsiteX58" fmla="*/ 265741 w 442747"/>
                <a:gd name="connsiteY58" fmla="*/ 3215430 h 3216234"/>
                <a:gd name="connsiteX59" fmla="*/ 350092 w 442747"/>
                <a:gd name="connsiteY59" fmla="*/ 3215430 h 3216234"/>
                <a:gd name="connsiteX60" fmla="*/ 350091 w 442747"/>
                <a:gd name="connsiteY60" fmla="*/ 3215428 h 3216234"/>
                <a:gd name="connsiteX61" fmla="*/ 265740 w 442747"/>
                <a:gd name="connsiteY61" fmla="*/ 3215428 h 3216234"/>
                <a:gd name="connsiteX62" fmla="*/ 265679 w 442747"/>
                <a:gd name="connsiteY62" fmla="*/ 3215164 h 3216234"/>
                <a:gd name="connsiteX63" fmla="*/ 319369 w 442747"/>
                <a:gd name="connsiteY63" fmla="*/ 3215164 h 3216234"/>
                <a:gd name="connsiteX64" fmla="*/ 442747 w 442747"/>
                <a:gd name="connsiteY64" fmla="*/ 3215164 h 3216234"/>
                <a:gd name="connsiteX65" fmla="*/ 442746 w 442747"/>
                <a:gd name="connsiteY65" fmla="*/ 3215162 h 3216234"/>
                <a:gd name="connsiteX66" fmla="*/ 319368 w 442747"/>
                <a:gd name="connsiteY66" fmla="*/ 3215162 h 3216234"/>
                <a:gd name="connsiteX67" fmla="*/ 298686 w 442747"/>
                <a:gd name="connsiteY67" fmla="*/ 3215162 h 3216234"/>
                <a:gd name="connsiteX68" fmla="*/ 295702 w 442747"/>
                <a:gd name="connsiteY68" fmla="*/ 3202367 h 3216234"/>
                <a:gd name="connsiteX69" fmla="*/ 290561 w 442747"/>
                <a:gd name="connsiteY69" fmla="*/ 3202367 h 3216234"/>
                <a:gd name="connsiteX70" fmla="*/ 252767 w 442747"/>
                <a:gd name="connsiteY70" fmla="*/ 1594787 h 3216234"/>
                <a:gd name="connsiteX71" fmla="*/ 282942 w 442747"/>
                <a:gd name="connsiteY71" fmla="*/ 19869 h 321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42747" h="3216234">
                  <a:moveTo>
                    <a:pt x="221011" y="3215748"/>
                  </a:moveTo>
                  <a:lnTo>
                    <a:pt x="221068" y="3216232"/>
                  </a:lnTo>
                  <a:lnTo>
                    <a:pt x="142550" y="3216232"/>
                  </a:lnTo>
                  <a:lnTo>
                    <a:pt x="142437" y="3215748"/>
                  </a:lnTo>
                  <a:lnTo>
                    <a:pt x="193438" y="3215748"/>
                  </a:lnTo>
                  <a:close/>
                  <a:moveTo>
                    <a:pt x="193401" y="3215430"/>
                  </a:moveTo>
                  <a:lnTo>
                    <a:pt x="193438" y="3215746"/>
                  </a:lnTo>
                  <a:lnTo>
                    <a:pt x="142437" y="3215746"/>
                  </a:lnTo>
                  <a:lnTo>
                    <a:pt x="142363" y="3215430"/>
                  </a:lnTo>
                  <a:lnTo>
                    <a:pt x="161171" y="3215430"/>
                  </a:lnTo>
                  <a:close/>
                  <a:moveTo>
                    <a:pt x="161109" y="3215164"/>
                  </a:moveTo>
                  <a:lnTo>
                    <a:pt x="161171" y="3215428"/>
                  </a:lnTo>
                  <a:lnTo>
                    <a:pt x="142362" y="3215428"/>
                  </a:lnTo>
                  <a:lnTo>
                    <a:pt x="142301" y="3215164"/>
                  </a:lnTo>
                  <a:close/>
                  <a:moveTo>
                    <a:pt x="68655" y="12649"/>
                  </a:moveTo>
                  <a:lnTo>
                    <a:pt x="65984" y="35589"/>
                  </a:lnTo>
                  <a:lnTo>
                    <a:pt x="66909" y="20135"/>
                  </a:lnTo>
                  <a:close/>
                  <a:moveTo>
                    <a:pt x="192033" y="12649"/>
                  </a:moveTo>
                  <a:lnTo>
                    <a:pt x="189362" y="35589"/>
                  </a:lnTo>
                  <a:lnTo>
                    <a:pt x="190287" y="20135"/>
                  </a:lnTo>
                  <a:close/>
                  <a:moveTo>
                    <a:pt x="129210" y="10632"/>
                  </a:moveTo>
                  <a:lnTo>
                    <a:pt x="125532" y="42214"/>
                  </a:lnTo>
                  <a:lnTo>
                    <a:pt x="126806" y="20939"/>
                  </a:lnTo>
                  <a:close/>
                  <a:moveTo>
                    <a:pt x="252588" y="10632"/>
                  </a:moveTo>
                  <a:lnTo>
                    <a:pt x="248910" y="42214"/>
                  </a:lnTo>
                  <a:lnTo>
                    <a:pt x="250184" y="20939"/>
                  </a:lnTo>
                  <a:close/>
                  <a:moveTo>
                    <a:pt x="287576" y="0"/>
                  </a:moveTo>
                  <a:lnTo>
                    <a:pt x="253826" y="0"/>
                  </a:lnTo>
                  <a:lnTo>
                    <a:pt x="253701" y="1070"/>
                  </a:lnTo>
                  <a:lnTo>
                    <a:pt x="227075" y="1070"/>
                  </a:lnTo>
                  <a:lnTo>
                    <a:pt x="227188" y="584"/>
                  </a:lnTo>
                  <a:lnTo>
                    <a:pt x="194847" y="584"/>
                  </a:lnTo>
                  <a:lnTo>
                    <a:pt x="194921" y="266"/>
                  </a:lnTo>
                  <a:lnTo>
                    <a:pt x="164136" y="266"/>
                  </a:lnTo>
                  <a:lnTo>
                    <a:pt x="164198" y="0"/>
                  </a:lnTo>
                  <a:lnTo>
                    <a:pt x="130448" y="0"/>
                  </a:lnTo>
                  <a:lnTo>
                    <a:pt x="130323" y="1070"/>
                  </a:lnTo>
                  <a:lnTo>
                    <a:pt x="103697" y="1070"/>
                  </a:lnTo>
                  <a:lnTo>
                    <a:pt x="103810" y="584"/>
                  </a:lnTo>
                  <a:lnTo>
                    <a:pt x="71469" y="584"/>
                  </a:lnTo>
                  <a:lnTo>
                    <a:pt x="71543" y="266"/>
                  </a:lnTo>
                  <a:lnTo>
                    <a:pt x="37793" y="266"/>
                  </a:lnTo>
                  <a:cubicBezTo>
                    <a:pt x="16913" y="266"/>
                    <a:pt x="0" y="720142"/>
                    <a:pt x="0" y="1607849"/>
                  </a:cubicBezTo>
                  <a:cubicBezTo>
                    <a:pt x="0" y="2495555"/>
                    <a:pt x="16913" y="3215430"/>
                    <a:pt x="37793" y="3215430"/>
                  </a:cubicBezTo>
                  <a:lnTo>
                    <a:pt x="70023" y="3215430"/>
                  </a:lnTo>
                  <a:lnTo>
                    <a:pt x="70060" y="3215748"/>
                  </a:lnTo>
                  <a:lnTo>
                    <a:pt x="97633" y="3215748"/>
                  </a:lnTo>
                  <a:lnTo>
                    <a:pt x="97690" y="3216234"/>
                  </a:lnTo>
                  <a:lnTo>
                    <a:pt x="221068" y="3216234"/>
                  </a:lnTo>
                  <a:lnTo>
                    <a:pt x="286611" y="3216234"/>
                  </a:lnTo>
                  <a:lnTo>
                    <a:pt x="409989" y="3216234"/>
                  </a:lnTo>
                  <a:lnTo>
                    <a:pt x="409988" y="3216232"/>
                  </a:lnTo>
                  <a:lnTo>
                    <a:pt x="286610" y="3216232"/>
                  </a:lnTo>
                  <a:lnTo>
                    <a:pt x="265928" y="3216232"/>
                  </a:lnTo>
                  <a:lnTo>
                    <a:pt x="265815" y="3215748"/>
                  </a:lnTo>
                  <a:lnTo>
                    <a:pt x="382359" y="3215748"/>
                  </a:lnTo>
                  <a:lnTo>
                    <a:pt x="382358" y="3215746"/>
                  </a:lnTo>
                  <a:lnTo>
                    <a:pt x="265815" y="3215746"/>
                  </a:lnTo>
                  <a:lnTo>
                    <a:pt x="265741" y="3215430"/>
                  </a:lnTo>
                  <a:lnTo>
                    <a:pt x="350092" y="3215430"/>
                  </a:lnTo>
                  <a:lnTo>
                    <a:pt x="350091" y="3215428"/>
                  </a:lnTo>
                  <a:lnTo>
                    <a:pt x="265740" y="3215428"/>
                  </a:lnTo>
                  <a:lnTo>
                    <a:pt x="265679" y="3215164"/>
                  </a:lnTo>
                  <a:lnTo>
                    <a:pt x="319369" y="3215164"/>
                  </a:lnTo>
                  <a:lnTo>
                    <a:pt x="442747" y="3215164"/>
                  </a:lnTo>
                  <a:lnTo>
                    <a:pt x="442746" y="3215162"/>
                  </a:lnTo>
                  <a:lnTo>
                    <a:pt x="319368" y="3215162"/>
                  </a:lnTo>
                  <a:lnTo>
                    <a:pt x="298686" y="3215162"/>
                  </a:lnTo>
                  <a:lnTo>
                    <a:pt x="295702" y="3202367"/>
                  </a:lnTo>
                  <a:lnTo>
                    <a:pt x="290561" y="3202367"/>
                  </a:lnTo>
                  <a:cubicBezTo>
                    <a:pt x="269680" y="3202367"/>
                    <a:pt x="252767" y="2482492"/>
                    <a:pt x="252767" y="1594787"/>
                  </a:cubicBezTo>
                  <a:cubicBezTo>
                    <a:pt x="252767" y="818043"/>
                    <a:pt x="265716" y="169795"/>
                    <a:pt x="282942" y="19869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46" name="Straight Arrow Connector 45"/>
          <p:cNvCxnSpPr/>
          <p:nvPr/>
        </p:nvCxnSpPr>
        <p:spPr>
          <a:xfrm flipV="1">
            <a:off x="7159624" y="1839361"/>
            <a:ext cx="29986" cy="784080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7393910" y="1012188"/>
            <a:ext cx="45263" cy="1611254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7861321" y="1705400"/>
            <a:ext cx="29986" cy="948737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 rot="2582248">
            <a:off x="7490888" y="5510053"/>
            <a:ext cx="238271" cy="489420"/>
            <a:chOff x="6521053" y="4837509"/>
            <a:chExt cx="348853" cy="489420"/>
          </a:xfrm>
        </p:grpSpPr>
        <p:sp>
          <p:nvSpPr>
            <p:cNvPr id="31" name="Flowchart: Connector 30"/>
            <p:cNvSpPr/>
            <p:nvPr/>
          </p:nvSpPr>
          <p:spPr>
            <a:xfrm>
              <a:off x="6521053" y="4837509"/>
              <a:ext cx="348853" cy="311944"/>
            </a:xfrm>
            <a:prstGeom prst="flowChartConnector">
              <a:avLst/>
            </a:prstGeom>
            <a:gradFill flip="none" rotWithShape="1">
              <a:gsLst>
                <a:gs pos="98502">
                  <a:srgbClr val="FFFF00"/>
                </a:gs>
                <a:gs pos="2247">
                  <a:schemeClr val="bg1"/>
                </a:gs>
                <a:gs pos="48000">
                  <a:schemeClr val="bg1"/>
                </a:gs>
                <a:gs pos="59000">
                  <a:srgbClr val="FFFF00"/>
                </a:gs>
                <a:gs pos="79000">
                  <a:schemeClr val="bg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5" name="Flowchart: Magnetic Disk 64"/>
            <p:cNvSpPr/>
            <p:nvPr/>
          </p:nvSpPr>
          <p:spPr>
            <a:xfrm>
              <a:off x="6545580" y="5164831"/>
              <a:ext cx="297180" cy="162098"/>
            </a:xfrm>
            <a:prstGeom prst="flowChartMagneticDisk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Flowchart: Magnetic Disk 27"/>
            <p:cNvSpPr/>
            <p:nvPr/>
          </p:nvSpPr>
          <p:spPr>
            <a:xfrm>
              <a:off x="6545580" y="5049477"/>
              <a:ext cx="297180" cy="153720"/>
            </a:xfrm>
            <a:prstGeom prst="flowChartMagneticDisk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Flowchart: Connector 28"/>
            <p:cNvSpPr/>
            <p:nvPr/>
          </p:nvSpPr>
          <p:spPr>
            <a:xfrm>
              <a:off x="6546294" y="5041099"/>
              <a:ext cx="296466" cy="60722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78" name="Straight Arrow Connector 77"/>
          <p:cNvCxnSpPr/>
          <p:nvPr/>
        </p:nvCxnSpPr>
        <p:spPr>
          <a:xfrm flipV="1">
            <a:off x="7628195" y="1338410"/>
            <a:ext cx="58898" cy="1318970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605075" y="5681943"/>
            <a:ext cx="573390" cy="4042"/>
          </a:xfrm>
          <a:prstGeom prst="straightConnector1">
            <a:avLst/>
          </a:prstGeom>
          <a:ln>
            <a:solidFill>
              <a:srgbClr val="002060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Arc 111"/>
          <p:cNvSpPr/>
          <p:nvPr/>
        </p:nvSpPr>
        <p:spPr>
          <a:xfrm>
            <a:off x="1203959" y="0"/>
            <a:ext cx="3820831" cy="4008120"/>
          </a:xfrm>
          <a:prstGeom prst="arc">
            <a:avLst>
              <a:gd name="adj1" fmla="val 2194892"/>
              <a:gd name="adj2" fmla="val 565232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3" name="Arc 112"/>
          <p:cNvSpPr/>
          <p:nvPr/>
        </p:nvSpPr>
        <p:spPr>
          <a:xfrm flipV="1">
            <a:off x="1224407" y="4017705"/>
            <a:ext cx="3805568" cy="4372308"/>
          </a:xfrm>
          <a:prstGeom prst="arc">
            <a:avLst>
              <a:gd name="adj1" fmla="val 2194892"/>
              <a:gd name="adj2" fmla="val 5652321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87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2297</TotalTime>
  <Words>49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29</cp:revision>
  <dcterms:created xsi:type="dcterms:W3CDTF">2026-01-25T11:14:05Z</dcterms:created>
  <dcterms:modified xsi:type="dcterms:W3CDTF">2026-01-27T01:32:03Z</dcterms:modified>
</cp:coreProperties>
</file>